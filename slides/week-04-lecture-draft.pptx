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 and say why. You cannot do that with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UNDERNEATH ALL OF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shall know a word by the company it keeps”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meaning of a word is its use in the language.”</a:t>
            </a:r>
            <a:pPr indent="0" marL="0">
              <a:buNone/>
            </a:pPr>
            <a:r>
              <a:rPr lang="en-US" sz="1300" dirty="0">
                <a:solidFill>
                  <a:srgbClr val="6B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Wittgenstein, Philosophical Investigations §43 (1953)</a:t>
            </a:r>
            <a:endParaRPr lang="en-US" sz="1700" dirty="0"/>
          </a:p>
        </p:txBody>
      </p:sp>
      <p:pic>
        <p:nvPicPr>
          <p:cNvPr id="5" name="Image 0" descr="/tmp/figs/w4_distribu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148840"/>
            <a:ext cx="103327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room before you show the answer. Nobody needs a definition of the word; the contexts are enough.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1884, never ask for the meaning of a word in isolation · Harris 1954, the distributional hypothesis · Firth 1957, the title. Lines drawn live from this week's corpus.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rule. It is called contrastive learning, and most modern embeddings are trained this way.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difference is that the prediction is thrown away and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Dracula, and no labels anywhere.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all a CNN is.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 at all.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is;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hands you rows. The other hands you a phone book,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anything will take.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Right-click, Inspect, and the tag names are right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error, which is the bug you will actually hit.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site notices the difference. One page a second is a reader;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2026-08-08T17:58:14Z</dcterms:created>
  <dcterms:modified xsi:type="dcterms:W3CDTF">2026-08-08T17:58:14Z</dcterms:modified>
</cp:coreProperties>
</file>