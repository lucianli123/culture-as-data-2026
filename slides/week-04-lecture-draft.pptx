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downhill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is, without the calculus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come from, and what the geometry can 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corpus comes from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an API, or a careful scrape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commit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Drive, your repo born, your project pitched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 of stereotypes, measured as distance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303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Garg, Schiebinger, Jurafsky and Zou (PNAS 2018): train word vectors on each decade of American text from 1910 on.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measure: how far do occupation words sit from woman-words versus man-words, decade by decade?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tracks the century - and lines up with census and survey data, which is what makes it evidence rather than a demo.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 you will know exactly what machinery produced that number.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011680"/>
            <a:ext cx="5303520" cy="3566160"/>
          </a:xfrm>
          <a:prstGeom prst="roundRect">
            <a:avLst>
              <a:gd name="adj" fmla="val 2564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49224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move, in one 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92240" y="269748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distance( occupation , she-words 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distance( occupation , he-words 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40233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labelled anything. The geometry was already there, in a century of printed text, waiting to be measured.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before class: abstract, significance statement, figures. Methods skimmed.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64008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2011680"/>
            <a:ext cx="4297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in, one weight each, add them up, squash the total into a probability.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Week 3's logistic regression, drawn as a picture.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also, exactly, one artificial neuron. Nothing has been added.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thickness of each line is the size of the weight. You read those yourself last week.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640080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2011680"/>
            <a:ext cx="4297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layer of neurons between the words and the answer.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hidden unit learns to fire on some combination of words. Nobody specifies which.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trick: features you did not hand-write.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arrives immediately: there is no longer one weight per word to read. Week 7 asks you to accept that knowingly.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768096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2011680"/>
            <a:ext cx="3017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neuron: 70% right. It can only draw a straight line.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with two hidden layers: 99%.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training, more shape available.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Playground, live: watch the hidden units carve the space while it trains.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here, on the same points. Nothing drawn by hand.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01168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loss is one number: how wrong the model is right now.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which direction lowers it, take a small step, repeat. That is gradient descent.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weights, all nudged at once, millions of times.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calculus today. The picture is the idea: you cannot see the whole landscape, only the slope under your feet.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also why training is slow, and why it can settle somewhere that is not the bottom.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11680"/>
            <a:ext cx="76809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2011680"/>
            <a:ext cx="3017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bag of words, happy and joyful share nothing at all. Neither do Oakland and Berkeley.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is its own column, and every pair is equally unrelated.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lived with this since Week 2. It is counting's honest floor.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a few dozen numbers per word instead, chosen so that similar words land near each other.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numbers come from</a:t>
            </a:r>
            <a:endParaRPr lang="en-US" sz="3400" dirty="0"/>
          </a:p>
        </p:txBody>
      </p:sp>
      <p:pic>
        <p:nvPicPr>
          <p:cNvPr id="4" name="Image 0" descr="/tmp/figs/w4_skip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11680"/>
            <a:ext cx="658368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06640" y="2011680"/>
            <a:ext cx="41148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is known by the company it keeps.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train a small network on a fake task: given a word, guess the words around it.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that window over a billion words of text.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the predictions away. Keep the hidden layer: one vector per word.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word2vec, and it is the machinery behind this morning's paper.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6766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2011680"/>
            <a:ext cx="39319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231,228 words of Frankenstein and Dracula, 4,000 word types.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labels, no supervision, nobody told it what a door is.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neighbours in the space it learned - and they are the words you would have listed.</a:t>
            </a:r>
            <a:endParaRPr lang="en-US" sz="135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corpus, so the vectors are rough. The idea does not need a supercomputer to show itself.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28800"/>
            <a:ext cx="676656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2011680"/>
            <a:ext cx="39319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squashed to two dimensions so you can look at them.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of day cluster. Family words cluster. Ship, sea and ice sit together.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was labelled. The clusters are what the text did.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Projector, live: search a word, spin the space, read the neighbours.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eighty. The picture always loses something - Week 5 makes that its own lesson.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945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paris − france + japan → tokyo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in the space carry relationships nobody labelled.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nudged: the query words are excluded from the answer, or king comes back as its own nearest neighbour.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analogies fail. The famous four are the ones that worked.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 gives doctor − man + woman → nurse (Bolukbasi 2016), which is this morning's paper arriving from the other direction.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1488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vector, in one breath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2606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95351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word, forever. word2vec, GloVe.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400507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occurrence: bank in two sentences, two vectors. BERT and after.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7091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505663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document, which is what Week 5 actually uses on your corpus.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 · unzip. Most corpora already exist.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Endpoint, key, pagination, rate limit - four words you will meet in the next ten minutes.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BeautifulSoup,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786384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78240" y="2011680"/>
            <a:ext cx="2834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is just a URL that answers with data instead of a web page.</a:t>
            </a:r>
            <a:endParaRPr lang="en-US" sz="13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is a name badge. Some APIs want one; the museums here do not.</a:t>
            </a:r>
            <a:endParaRPr lang="en-US" sz="13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Pagination: it hands you a page at a time, and you ask for the next.</a:t>
            </a:r>
            <a:endParaRPr lang="en-US" sz="13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rate limit is the host saying how fast you may knock. Respect it and you keep the door open.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panel on the left is a real response, live from api.artic.edu. The AI writes the three lines that turn it into the table.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and start the repo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852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cookbook notebook at your corpus. File, API or scrape, whichever your data needs.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Reshape it with the AI until it is a table you would want to work with.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 to your Drive project folder. Week 5 starts from that file, and Colab forgets everything else.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publishing template and switch GitHub Pages on, so a live URL exists today rather than in Week 9 under deadline.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66560" y="2011680"/>
            <a:ext cx="4754880" cy="3108960"/>
          </a:xfrm>
          <a:prstGeom prst="roundRect">
            <a:avLst>
              <a:gd name="adj" fmla="val 2941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0" y="22402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leave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040880" y="278892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2670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in Drive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0"/>
            <a:ext cx="201168" cy="20116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0" name="Text 8"/>
          <p:cNvSpPr/>
          <p:nvPr/>
        </p:nvSpPr>
        <p:spPr>
          <a:xfrm>
            <a:off x="7406640" y="33558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 with Pages on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040880" y="41605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4041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 of pitch, to a partner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47548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 on your corpus: where it came from, who made it, who is in it, who is missing, and what it cannot tell you however cleverly you count.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cookbook notebook and leave the file in your Drive project folder.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Embedding Projector, search a word from your own corpus, and bring back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2026-08-08T01:50:38Z</dcterms:created>
  <dcterms:modified xsi:type="dcterms:W3CDTF">2026-08-08T01:50:38Z</dcterms:modified>
</cp:coreProperties>
</file>