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wrote those combinations down.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The left panel is an explanation. The right one is not.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says night and morning have nothing in common. The trained vectors put them at 0.32, against 0.08 for night and ship.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the neighbours together, push the strangers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the whole training rule. It has a name — contrastive learning — and it is how most modern embeddings are made.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Anchor, neighbour and the three random words all taken from this week's corpus.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noise;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add: -162. Slide one step and do it again.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 —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on the answers of the last filter, and shrink. Edges become corners; corners become regions; regions become faces.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here is real arithmetic on the painting to its left. That stack is the whole architecture.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CLIP: the same pull and push, on pictures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CNN reads the picture, a language model reads the caption, and the training rule is the one from the word vectors.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2026-08-08T05:18:28Z</dcterms:created>
  <dcterms:modified xsi:type="dcterms:W3CDTF">2026-08-08T05:18:28Z</dcterms:modified>
</cp:coreProperties>
</file>