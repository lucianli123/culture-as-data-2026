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to place words by the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they keep, and then you go and collect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stacked, and what that gains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they learn combinations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panel. You cannot read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BELIEVE THE NUMBER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a harder question and watch it drop</a:t>
            </a:r>
            <a:endParaRPr lang="en-US" sz="3400" dirty="0"/>
          </a:p>
        </p:txBody>
      </p:sp>
      <p:pic>
        <p:nvPicPr>
          <p:cNvPr id="4" name="Image 0" descr="/tmp/figs/w4_h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83080"/>
            <a:ext cx="81381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authors with different casts: anything gets that right. Three narrators inside one book is a real question, and the models drop to 71% and 77%.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left-hand 100% is a fact about the question, not proof the method works. Journals parsed from the chapter headings: 427 passages, Jonathan, Mina and Seward.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THE EXTRA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 a line can answer, one it cannot</a:t>
            </a:r>
            <a:endParaRPr lang="en-US" sz="3400" dirty="0"/>
          </a:p>
        </p:txBody>
      </p:sp>
      <p:pic>
        <p:nvPicPr>
          <p:cNvPr id="4" name="Image 0" descr="/tmp/figs/w4_mean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1106424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"Which side?" is a direction: a line gets 100%. "How far from the middle?" is a distance: 68% for the line, 100% for the network.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 and arousal for 13,915 words, Warriner, Kuperman &amp; Brysbaert (2013), fetched at build time. Osgood's dimensions, measured again. Next: Playground on the XOR set.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is one number saying how wrong you are. Step downhill, repeat, for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meaning of a word is its use in the language.”</a:t>
            </a:r>
            <a:pPr indent="0" marL="0">
              <a:buNone/>
            </a:pPr>
            <a:r>
              <a:rPr lang="en-US" sz="1300" dirty="0">
                <a:solidFill>
                  <a:srgbClr val="6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Wittgenstein, Philosophical Investigations §43 (1953)</a:t>
            </a:r>
            <a:endParaRPr lang="en-US" sz="1700" dirty="0"/>
          </a:p>
        </p:txBody>
      </p:sp>
      <p:pic>
        <p:nvPicPr>
          <p:cNvPr id="5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148840"/>
            <a:ext cx="103327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definition. The contexts are enough.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Harris 1954, the distributional hypothesis · Firth 1957, the title.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rule, and it is how most modern embeddings are trained.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prediction gets thrown away;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out of sixty, so the picture loses a lot.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side by side.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what a CNN does.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you can search an untagged museum by typing "a woman in a red hat".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is.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returns rows. The other returns ID numbers,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it takes.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In a browser: right-click, Inspect, and the tag names are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error. That is the bug you will hit.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 second is a reader.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2026-08-08T20:49:17Z</dcterms:created>
  <dcterms:modified xsi:type="dcterms:W3CDTF">2026-08-08T20:49:17Z</dcterms:modified>
</cp:coreProperties>
</file>