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to place words by the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they keep, and then you go and collect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stacked, and what that gains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context pull together, different context push apart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 on pixels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Convolutions, and how CLIP searches a museum by typing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 API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at before you write the loop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scrape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data in a page, and the four rules attached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they learn combinations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chose those combinations.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You can read the left panel. You cannot read the right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THE EXTRA LAYER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question a line can answer, one it cannot</a:t>
            </a:r>
            <a:endParaRPr lang="en-US" sz="3400" dirty="0"/>
          </a:p>
        </p:txBody>
      </p:sp>
      <p:pic>
        <p:nvPicPr>
          <p:cNvPr id="4" name="Image 0" descr="/tmp/figs/w4_mean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1106424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"Which side?" is a direction: a line gets 100%. "How far from the middle?" is a distance: 68% for the line, 100% for the network.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Valence and arousal for 13,915 words, Warriner, Kuperman &amp; Brysbaert (2013), fetched at build time. Osgood's dimensions, measured again. Next: Playground on the XOR set.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is one number saying how wrong you are. Step downhill, repeat, for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 gave every word its own column, so night and morning have nothing in common. Nor do night and ship.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Week 3 puts one weight on each column, so what it learns about one word tells it nothing about the next. Trained vectors: night and morning 0.32, night and ship 0.08.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UNDERNEATH ALL OF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shall know a word by the company it keeps”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meaning of a word is its use in the language.”</a:t>
            </a:r>
            <a:pPr indent="0" marL="0">
              <a:buNone/>
            </a:pPr>
            <a:r>
              <a:rPr lang="en-US" sz="1300" dirty="0">
                <a:solidFill>
                  <a:srgbClr val="6B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Wittgenstein, Philosophical Investigations §43 (1953)</a:t>
            </a:r>
            <a:endParaRPr lang="en-US" sz="1700" dirty="0"/>
          </a:p>
        </p:txBody>
      </p:sp>
      <p:pic>
        <p:nvPicPr>
          <p:cNvPr id="5" name="Image 0" descr="/tmp/figs/w4_distribu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148840"/>
            <a:ext cx="1033272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room before you show the answer. Nobody needs a definition. The contexts are enough.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Frege 1884, never ask for the meaning of a word in isolation · Harris 1954, the distributional hypothesis · Firth 1957, the title. Lines drawn live from this week's corpus.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rule, and it is how most modern embeddings are trained.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Underneath it, Week 3's four moves: multiply, add, squash, nudge. The prediction gets thrown away; the weights are what you keep.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noise.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out of sixty, so the picture loses a lot.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side by side.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 them up: -162. Move one pixel across and repeat.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having, by the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over the output of the last filter, then shrink. Edges turn into corners, and corners into regions.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is real arithmetic on the painting to its left. Stacking them is what a CNN does.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 in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you can search an untagged museum by typing "a woman in a red hat".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at one reply before you write the loop</a:t>
            </a:r>
            <a:endParaRPr lang="en-US" sz="3400" dirty="0"/>
          </a:p>
        </p:txBody>
      </p:sp>
      <p:pic>
        <p:nvPicPr>
          <p:cNvPr id="4" name="Image 0" descr="/tmp/figs/w4_api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one item. The pagination block tells you how big the job is. The data block is your rows.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call made while this deck was built: 132,681 works match "landscape", handed over two at a time.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IS SOMEBODY'S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museums, two shapes</a:t>
            </a:r>
            <a:endParaRPr lang="en-US" sz="3400" dirty="0"/>
          </a:p>
        </p:txBody>
      </p:sp>
      <p:pic>
        <p:nvPicPr>
          <p:cNvPr id="4" name="Image 0" descr="/tmp/figs/w4_api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828800"/>
            <a:ext cx="1014984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returns rows. The other returns ID numbers, and every row after that is another request.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queried live for this slide. Work out which kind you have before you estimate how long it takes.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THREE, IN PRACTICE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data inside the markup</a:t>
            </a:r>
            <a:endParaRPr lang="en-US" sz="3400" dirty="0"/>
          </a:p>
        </p:txBody>
      </p:sp>
      <p:pic>
        <p:nvPicPr>
          <p:cNvPr id="4" name="Image 0" descr="/tmp/figs/w4_scrape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one page, look at one block, and read the selectors off it. In a browser: right-click, Inspect, and the tag names are there.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HTML from quotes.toscrape.com. A selector that matches nothing returns None and raises no error. That is the bug you will hit.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 IT RUNNING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long will this take?</a:t>
            </a:r>
            <a:endParaRPr lang="en-US" sz="3400" dirty="0"/>
          </a:p>
        </p:txBody>
      </p:sp>
      <p:pic>
        <p:nvPicPr>
          <p:cNvPr id="4" name="Image 0" descr="/tmp/figs/w4_scrape_c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03120" y="1783080"/>
            <a:ext cx="795528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one-second pause on 5,000 pages is an hour and a half. That number decides your sample size, so work it out first.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a second is a reader. Fifty a second is an outage.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2026-08-08T19:36:56Z</dcterms:created>
  <dcterms:modified xsi:type="dcterms:W3CDTF">2026-08-08T19:36:56Z</dcterms:modified>
</cp:coreProperties>
</file>