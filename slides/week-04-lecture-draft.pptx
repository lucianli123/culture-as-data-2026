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context pull together, different context push apart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on pixels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Convolutions, and how CLIP searches a museum by typing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API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at before you write the loop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scrape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data in a page, and the four rules attached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 and say why. You cannot do that with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says how wrong you are. Step downhill, repeat,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 gave every word its own column, so night and morning have nothing in common. Nor do night and ship.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Week 3 puts one weight on each column, so what it learns about one word tells it nothing about the next. Trained vectors: night and morning 0.32, night and ship 0.08.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UNDERNEATH ALL OF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shall know a word by the company it keeps”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meaning of a word is its use in the language.”</a:t>
            </a:r>
            <a:pPr indent="0" marL="0">
              <a:buNone/>
            </a:pPr>
            <a:r>
              <a:rPr lang="en-US" sz="1300" dirty="0">
                <a:solidFill>
                  <a:srgbClr val="6B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Wittgenstein, Philosophical Investigations §43 (1953)</a:t>
            </a:r>
            <a:endParaRPr lang="en-US" sz="1700" dirty="0"/>
          </a:p>
        </p:txBody>
      </p:sp>
      <p:pic>
        <p:nvPicPr>
          <p:cNvPr id="5" name="Image 0" descr="/tmp/figs/w4_distribu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148840"/>
            <a:ext cx="1033272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room before you show the answer. Nobody needs a definition of the word; the contexts are enough.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Frege 1884, never ask for the meaning of a word in isolation · Harris 1954, the distributional hypothesis · Firth 1957, the title. Lines drawn live from this week's corpus.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rule. It is called contrastive learning, and most modern embeddings are trained this way.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 it, Week 3's four moves: multiply, add, squash, nudge. The difference is that the prediction is thrown away and the weights are what you keep.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Dracula, and no labels anywhere.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sixty; the picture always loses something.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what a century of printed English put near what.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all a CNN is.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"a painting of a woman in a red hat" can search a museum with no tags in it at all.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at one reply before you write the loop</a:t>
            </a:r>
            <a:endParaRPr lang="en-US" sz="3400" dirty="0"/>
          </a:p>
        </p:txBody>
      </p:sp>
      <p:pic>
        <p:nvPicPr>
          <p:cNvPr id="4" name="Image 0" descr="/tmp/figs/w4_api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one item. The pagination block tells you how big the job is; the data block is your rows.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call made while this deck was built: 132,681 works match "landscape", handed over two at a time.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IS SOMEBODY'S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museums, two shapes</a:t>
            </a:r>
            <a:endParaRPr lang="en-US" sz="3400" dirty="0"/>
          </a:p>
        </p:txBody>
      </p:sp>
      <p:pic>
        <p:nvPicPr>
          <p:cNvPr id="4" name="Image 0" descr="/tmp/figs/w4_api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828800"/>
            <a:ext cx="1014984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hands you rows. The other hands you a phone book, and every row after that is another request.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queried live for this slide. Work out which kind you have before you estimate how long anything will take.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THREE,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data inside the markup</a:t>
            </a:r>
            <a:endParaRPr lang="en-US" sz="3400" dirty="0"/>
          </a:p>
        </p:txBody>
      </p:sp>
      <p:pic>
        <p:nvPicPr>
          <p:cNvPr id="4" name="Image 0" descr="/tmp/figs/w4_scrape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one page, look at one block, and read the selectors off it. Right-click, Inspect, and the tag names are right there.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HTML from quotes.toscrape.com. A selector that matches nothing returns None and raises no error, which is the bug you will actually hit.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 IT RUNNING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will this take?</a:t>
            </a:r>
            <a:endParaRPr lang="en-US" sz="3400" dirty="0"/>
          </a:p>
        </p:txBody>
      </p:sp>
      <p:pic>
        <p:nvPicPr>
          <p:cNvPr id="4" name="Image 0" descr="/tmp/figs/w4_scrape_c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03120" y="1783080"/>
            <a:ext cx="795528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one-second pause on 5,000 pages is an hour and a half. That number decides your sample size, so work it out first.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site notices the difference. One page a second is a reader; fifty a second is an outage.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2026-08-08T17:47:43Z</dcterms:created>
  <dcterms:modified xsi:type="dcterms:W3CDTF">2026-08-08T17:47:43Z</dcterms:modified>
</cp:coreProperties>
</file>