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difference is that the prediction is thrown away and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is;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hands you rows. The other hands you a phone book,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anything will take.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Right-click, Inspect, and the tag names are right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error, which is the bug you will actually hit.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site notices the difference. One page a second is a reader;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2026-08-08T17:16:48Z</dcterms:created>
  <dcterms:modified xsi:type="dcterms:W3CDTF">2026-08-08T17:16:48Z</dcterms:modified>
</cp:coreProperties>
</file>