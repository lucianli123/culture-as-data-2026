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downhill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is, without the calculus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come from, and what the geometry can do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corpus comes from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file, an API, or a careful scrape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and commit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in Drive, your repo born, your project pitched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says night and morning have nothing in common. The trained vectors put them at 0.32, against 0.08 for night and ship.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Anchor, neighbour and the three random words all taken from this week's corpus.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2026-08-08T14:52:48Z</dcterms:created>
  <dcterms:modified xsi:type="dcterms:W3CDTF">2026-08-08T14:52:48Z</dcterms:modified>
</cp:coreProperties>
</file>