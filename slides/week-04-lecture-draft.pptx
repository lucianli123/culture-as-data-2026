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a map of meaning,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you go and fetch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 - and what stacking buys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downhill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training actually is, without the calculus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come from, and what the geometry can do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corpus comes from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file, an API, or a careful scrape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and commit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in Drive, your repo born, your project pitched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something changes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layer in between, learning combinations nobody wrote down. The price: no more readable weights.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questions a straight line cannot answer</a:t>
            </a:r>
            <a:endParaRPr lang="en-US" sz="3400" dirty="0"/>
          </a:p>
        </p:txBody>
      </p:sp>
      <p:pic>
        <p:nvPicPr>
          <p:cNvPr id="4" name="Image 0" descr="/tmp/figs/w4_spi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37360"/>
            <a:ext cx="99669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points, same training. One neuron: 70%. Two hidden layers: 99%.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fitted for this slide. Next: the same thing live in TensorFlow Playground.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says how wrong you are. Step downhill, repeat,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Left: happy and joyful share nothing, and neither do Oakland and Berkeley. Right: a few dozen numbers instead.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numbers come from</a:t>
            </a:r>
            <a:endParaRPr lang="en-US" sz="3400" dirty="0"/>
          </a:p>
        </p:txBody>
      </p:sp>
      <p:pic>
        <p:nvPicPr>
          <p:cNvPr id="4" name="Image 0" descr="/tmp/figs/w4_skip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Guess the neighbours, over a billion words. Throw the guesses away and keep the hidden layer: that is word2vec.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this morning on 231,228 words of Frankenstein and Dracula.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Times of day together. Family words together. Ship, sea and ice together.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of eighty; the picture always loses something.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what a century of printed English put near what.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2026-08-08T04:31:30Z</dcterms:created>
  <dcterms:modified xsi:type="dcterms:W3CDTF">2026-08-08T04:31:30Z</dcterms:modified>
</cp:coreProperties>
</file>