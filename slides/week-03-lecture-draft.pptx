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AS DATA ·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Classification: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D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Counting with Weights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in practice: one model built live on r/sandiego against r/SanDiegan,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yours, in threes, in the blank notebook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332720" y="566928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7" name="Shape 5"/>
          <p:cNvSpPr/>
          <p:nvPr/>
        </p:nvSpPr>
        <p:spPr>
          <a:xfrm>
            <a:off x="10716768" y="566928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Shape 6"/>
          <p:cNvSpPr/>
          <p:nvPr/>
        </p:nvSpPr>
        <p:spPr>
          <a:xfrm>
            <a:off x="11100816" y="566928"/>
            <a:ext cx="201168" cy="201168"/>
          </a:xfrm>
          <a:prstGeom prst="ellipse">
            <a:avLst/>
          </a:prstGeom>
          <a:solidFill>
            <a:srgbClr val="E8DCD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method, four questions, then your turn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4EEE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67712"/>
            <a:ext cx="566928" cy="56692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67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11226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article, argued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514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Underwood's genres: what did he count, and who labelled it?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4EEE8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267712"/>
            <a:ext cx="566928" cy="56692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67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211226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classifier 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69480" y="2514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votes; the model learns the weights and adds them up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4EEE8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685032"/>
            <a:ext cx="566928" cy="566928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685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352958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believe the score?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3931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Baseline, held-out rows, and the shape of the errors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3832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4EEE8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3685032"/>
            <a:ext cx="566928" cy="56692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685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69480" y="352958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it learn?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69480" y="3931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weights: topic, register, or community habit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8006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4EEE8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5102352"/>
            <a:ext cx="566928" cy="56692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102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00200" y="494690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00200" y="5349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Memorising, imbalance, leakage, and no box for “neither”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09360" y="48006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4EEE8"/>
          </a:solidFill>
          <a:ln/>
        </p:spPr>
      </p:sp>
      <p:sp>
        <p:nvSpPr>
          <p:cNvPr id="30" name="Shape 28"/>
          <p:cNvSpPr/>
          <p:nvPr/>
        </p:nvSpPr>
        <p:spPr>
          <a:xfrm>
            <a:off x="6537960" y="5102352"/>
            <a:ext cx="566928" cy="56692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5102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69480" y="494690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model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69480" y="5349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Threes, one screen, eight stations, one decision changed at a time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· YOU READ IT, YOU ARGUE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Underwood, “The Life Cycles of Genres” (2016)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4EEE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320040" cy="320040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011680"/>
            <a:ext cx="9784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he actually count? Name the unit, the features, and the span of years before anyone defends or attacks the finding.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090672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4EEE8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364992"/>
            <a:ext cx="320040" cy="320040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3182112"/>
            <a:ext cx="9784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decided which novels were detective fiction, and on what evidence? Where in the paper is that decision visible?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261104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4EEE8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4535424"/>
            <a:ext cx="320040" cy="320040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4352544"/>
            <a:ext cx="9784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misreads Pynchon's The Crying of Lot 49, a detective-fiction spoof. Is that a failure of the model, or a finding about genre?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431536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4EEE8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5705856"/>
            <a:ext cx="320040" cy="320040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5522976"/>
            <a:ext cx="9784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have to be true for you to believe the figures? Name the one check you would want run.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FEATURED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logistic regression, on a century of novels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Underwood trained the exact tool of today's session to recognise detective fiction and science fiction, then used it to trace how those genres consolidated.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labels came from human judgment: shelf lists, reviews, a scholar's reading. What counts as science fiction is a choice made before any modelling.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and code on Zenodo. You can rerun his argument, which is the standard this course holds you to as well.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35040" y="2011680"/>
            <a:ext cx="5486400" cy="3566160"/>
          </a:xfrm>
          <a:prstGeom prst="roundRect">
            <a:avLst>
              <a:gd name="adj" fmla="val 2564"/>
            </a:avLst>
          </a:prstGeom>
          <a:solidFill>
            <a:srgbClr val="F4EEE8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0" y="2240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misread, and why it is the best part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09360" y="2697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Crying of Lot 49”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09360" y="32004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classifier calls Pynchon's novel detective fiction. Critics call it a detective-fiction spoof — which means the machine read the surface correctly and the joke not at all.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09360" y="46634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Genre boundaries are real but fuzzy. The error showed that; the accuracy could not.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this into the second hour: where would YOUR classifier fail, and what would that failure teach you?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classifier is counting, with weights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casts a vote, for or against. The model adds the votes up. That is the whole mechanism.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means learning one weight per word from labelled examples — a few thousand numbers, tuned until the votes come out right.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understands anything. Spam filters have worked this way for twenty years.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you hand it are the only evidence it has. Sarcasm, tone, and irony are not in the bag.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35040" y="2011680"/>
            <a:ext cx="5486400" cy="3657600"/>
          </a:xfrm>
          <a:prstGeom prst="roundRect">
            <a:avLst>
              <a:gd name="adj" fmla="val 2500"/>
            </a:avLst>
          </a:prstGeom>
          <a:solidFill>
            <a:srgbClr val="F4EEE8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0" y="2240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sentences, two piles (the notebook's warm-up)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09360" y="2743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tide, sand, shore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23544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34564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butter, bread, pasta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235440" y="34564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kitchen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416966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“in” (once each side)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235440" y="416966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≈ 0.01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488289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“salt” vs “salted”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235440" y="488289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columns, opposite ways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Uninformative words earn small weights by themselves. And the model has no idea that salt and salted are the same word — Week 2's argument, now visible as two numbers.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VOTES TO A DECISION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weighted sum, squeezed into a probability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weights of the words present. That sum is one number on the horizontal axis, and it can be anything.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logistic curve squeezes it into 0–1, which is where the name comes from.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0.5 it answers one way, below the other. The threshold is a choice, not a law: move it when one kind of error costs more than the other.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 is not a confidence. The curve will hand you 0.85 on a sentence about nothing at all.</a:t>
            </a:r>
            <a:endParaRPr lang="en-US" sz="1500" dirty="0"/>
          </a:p>
        </p:txBody>
      </p:sp>
      <p:pic>
        <p:nvPicPr>
          <p:cNvPr id="5" name="Image 0" descr="/tmp/figs/w3_sigmoi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1920240"/>
            <a:ext cx="56692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TRAINING ACTUALLY DOES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lines, and the search inside them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F4EEE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CountVectorizer().fit_transform(df["text"])      # text  → a matrix of word counts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(df["label"] == "sandiego").astype(int)           # labels → 0 and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Xtr, Xte, ytr, yte = train_test_split(X, y, test_size=0.25, stratify=y, random_state=0)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 = LogisticRegression(max_iter=1000).fit(Xtr, ytr)   # the search happens here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5120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search: find the set of weights that leans the right way for as many TRAINING documents as possible.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corpus: 800 documents, 2,087 word-columns after dropping words that appear once.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columns than documents, which is why the next slide about held-out data is not a technicality.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0" y="379476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F4EEE8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3977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line people skip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4343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9360" y="4800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quarter of the rows are set aside before any fitting, and never looked at until the score. Skip it and you are measuring memory.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NUMBER IS WHAT IT 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communities, one city, heavily overlapping</a:t>
            </a:r>
            <a:endParaRPr lang="en-US" sz="3400" dirty="0"/>
          </a:p>
        </p:txBody>
      </p:sp>
      <p:pic>
        <p:nvPicPr>
          <p:cNvPr id="4" name="Image 0" descr="/tmp/figs/w3_bounda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920240"/>
            <a:ext cx="603504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0" y="20116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is a point in 2,087-dimensional word-space. Here it is flattened to the two directions that carry the most variation.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piles sit on top of each other. The best straight line in this flattened view gets 56% right.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all 2,087 columns the model reaches 63% — better, because the separating evidence lives in directions this picture cannot show.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pair is the honest case. Two unrelated subreddits would split cleanly and teach you nothing you didn't already know.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· COMPARED TO WHAT?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accuracy alone means nothing</a:t>
            </a:r>
            <a:endParaRPr lang="en-US" sz="3400" dirty="0"/>
          </a:p>
        </p:txBody>
      </p:sp>
      <p:pic>
        <p:nvPicPr>
          <p:cNvPr id="4" name="Image 0" descr="/tmp/figs/w3_bas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920240"/>
            <a:ext cx="58521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0" y="20116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always guesses the bigger pile scores 50% here, having read nothing. That is the floor.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lands at 63% on rows it never saw: real, and modest.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 on five different splits it averages 0.58 ± 0.05 — so a two-point difference between two models is inside the noise.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floor next to the score, always. A number without its baseline is a number designed not to be checked.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· WHICH ERRORS?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accuracy, two different animals</a:t>
            </a:r>
            <a:endParaRPr lang="en-US" sz="3400" dirty="0"/>
          </a:p>
        </p:txBody>
      </p:sp>
      <p:pic>
        <p:nvPicPr>
          <p:cNvPr id="4" name="Image 0" descr="/tmp/figs/w3_confus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920240"/>
            <a:ext cx="512064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09360" y="201168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are the truth, columns are what the model said. The diagonal is right; the other two cells are the mistakes.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Here: 37 comments from r/sandiego called r/SanDiegan, and 37 the other way. Roughly even, which is the healthy shape.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at the same accuracy that called almost everything one side would be a different thing entirely: it found the bigger pile, not the difference.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classification_report says the same in precision and recall, one row per side.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 ·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Memorising is not reading</a:t>
            </a:r>
            <a:endParaRPr lang="en-US" sz="3400" dirty="0"/>
          </a:p>
        </p:txBody>
      </p:sp>
      <p:pic>
        <p:nvPicPr>
          <p:cNvPr id="4" name="Image 0" descr="/tmp/figs/w3_regularis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920240"/>
            <a:ext cx="58521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0" y="20116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 up and the model trusts the training data harder. At C=100 it scores 100% on rows it trained on and 61% on rows it didn't.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 line is memory. The terracotta line is reading. The gap between them is overfitting, drawn.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held-out score here: 65% at C=0.1. Note it is not at the far right.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score you quote must come from data the model never saw. On this corpus the difference is forty points.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 ·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number is luck; the curve is the story</a:t>
            </a:r>
            <a:endParaRPr lang="en-US" sz="3400" dirty="0"/>
          </a:p>
        </p:txBody>
      </p:sp>
      <p:pic>
        <p:nvPicPr>
          <p:cNvPr id="4" name="Image 0" descr="/tmp/figs/w3_learn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920240"/>
            <a:ext cx="58521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0" y="20116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against how many documents the model was allowed to train on, five draws at each size.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band is best-to-worst across those draws. At small sizes it is wide enough to swallow most of the finding.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before Week 4: more data helps, and it stops helping. Knowing where it flattens tells you how much collecting is worth doing.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result moves when you re-run it, you are reporting the draw, not the corpus.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ITS MIND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signed weights, all of them, on the table</a:t>
            </a:r>
            <a:endParaRPr lang="en-US" sz="3400" dirty="0"/>
          </a:p>
        </p:txBody>
      </p:sp>
      <p:pic>
        <p:nvPicPr>
          <p:cNvPr id="4" name="Image 0" descr="/tmp/figs/w3_weigh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920240"/>
            <a:ext cx="566928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0" y="201168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per word. Positive pushes one way, negative the other, and you can read every one of them.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r/sandiego: 35, she, law, random, into.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r/SanDiegan: great, million, somewhere, believe, yes.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weight is not proof of a big pattern: a rare word that happens to fall on one side gets a large coefficient. Check how many documents it is actually in.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7's annotator is far more powerful and will not let you do any of this.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READING, NOT THE SCORE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word, three different claims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4EEE8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331720"/>
            <a:ext cx="502920" cy="502920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piles talk about different things.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beaches · lebron · espresso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5720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the boring answer: you knew the subjects differed before you started.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20116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4EEE8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2331720"/>
            <a:ext cx="502920" cy="502920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54880" y="35204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piles talk in different styles.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· lol · therefore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45720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interesting claim: same subject, different voice.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20116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4EEE8"/>
          </a:solidFill>
          <a:ln/>
        </p:spPr>
      </p:sp>
      <p:sp>
        <p:nvSpPr>
          <p:cNvPr id="17" name="Shape 15"/>
          <p:cNvSpPr/>
          <p:nvPr/>
        </p:nvSpPr>
        <p:spPr>
          <a:xfrm>
            <a:off x="8549640" y="2331720"/>
            <a:ext cx="502920" cy="502920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4964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549640" y="35204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piles have different rituals.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sub · mods · OP · edit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49640" y="45720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about community, not language. Also the easiest to over-read.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your top ten into these three before you say what the model found. The sort IS the finding; the accuracy is the ticket to make it.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WRONG, NAMED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a classifier flatters you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4EEE8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299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on itself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383280" y="202996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accuracy on the training rows and you have measured memory. With more columns than documents it can hit 100 percent and mean nothing.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4EEE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1272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8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Imbalance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383280" y="312724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parts A to one part B: guess A every time and you are 90 percent “accurate.” Always print the baseline, and reach for class_weight="balanced".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4EEE8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2245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83280" y="422452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giveaway feature you never meant to hand it: the subreddit's own name, a bot's template, a scraping artifact. Accuracy near 1.00 is a red flag, not a triumph.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4EEE8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3218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“neither” box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383280" y="532180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boxes and no way to abstain. Hand it Shakespeare and it answers confidently anyway. Every classifier you meet has this property.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 four are invisible in the accuracy number. That is the argument for reading the weights and the errors, every time.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 SECONDS, LIVE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is not a ghost in the machine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Teachable Machine, two classes, trained in the browser while you watch: cats and dogs.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reveal: it only ever saw orange cats and brown dogs.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Predict, out loud, before the test: what does it say about a black cat?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learned colour, because colour was what separated the piles it was given. It was never asked to learn what a cat 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201168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F4EEE8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sentence to remember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75120" y="2697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bias is the training set,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you assembled it.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75120" y="37490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two piles were also a choice. Which comments the archive kept, which the moderators removed, which users post at all — each of those is in your weights.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image projects: this IS a classifier on pixels. Same move, different features.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· 32 MINUTES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Threes, one screen, eight stations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4EEE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871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and prompts the AI — never a line nobody has read aloud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96596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4EEE8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09160" y="24871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what the cell will do before it runs, then whether it did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196596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4EEE8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Skeptic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03920" y="24871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is that better than guessing? would that word survive elsewhere?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at every station.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37490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(written for you), your question, your prediction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45920" y="41148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then fit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1520" y="4480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45920" y="448056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it: baseline, held-out, confusion matrix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1520" y="48463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45920" y="48463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weights, and sort them: topic / register / habit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" y="5212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45920" y="52120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it: three inputs from neither pile, one real error read in full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1520" y="55778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45920" y="55778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decision — min_df · tf-idf · bigrams · C · class_weight — and fit again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31520" y="59436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45920" y="59436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back: ninety seconds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schedule? Stations 4, 5 and 7 are the ones that must happen. One model is a result; several are an argument.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· AFTER THE BUILD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your model actually measure?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4EEE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320040" cy="320040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011680"/>
            <a:ext cx="9784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top words: topic, register, or habit? What claim about these communities does each kind license — and which one were you hoping for?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090672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4EEE8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364992"/>
            <a:ext cx="320040" cy="320040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3182112"/>
            <a:ext cx="9784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accuracy beat the baseline by a few points. What is the honest one-sentence finding, and what would a critic say to it?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261104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4EEE8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4535424"/>
            <a:ext cx="320040" cy="320040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4352544"/>
            <a:ext cx="9784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changed one decision and the words changed but the score didn't. Which model do you report, and how do you justify the choice in writing?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431536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4EEE8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5705856"/>
            <a:ext cx="320040" cy="320040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5522976"/>
            <a:ext cx="9784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Underwood's misread taught something his accuracy could not. What did YOUR errors teach about the categories you chose?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E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WEEK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19456" cy="219456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2860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one of today's models to a labelled set you care about. Screenshot its five most positive and five most negative words — do they make sense?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219456" cy="219456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existence proof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361188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screenshot showing you can load 50 rows of the data you want to use. The cookbook notebook works now; Week 4 teaches the how. No proof, no pitch.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219456" cy="219456"/>
          </a:xfrm>
          <a:prstGeom prst="ellipse">
            <a:avLst/>
          </a:prstGeom>
          <a:solidFill>
            <a:srgbClr val="E8DCD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(AI closed)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49377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classifier's top weights aloud — what did it learn — and name one input where it would fail, and why.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pick a corpus, pick two methods, commit. Bring the pitch and the 50 rows.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2026-08-01T00:45:02Z</dcterms:created>
  <dcterms:modified xsi:type="dcterms:W3CDTF">2026-08-01T00:45:02Z</dcterms:modified>
</cp:coreProperties>
</file>