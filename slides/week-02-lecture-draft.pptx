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session, one case: Bollen v. Schmidt, tried live on Google Books,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replicated by this room on Reddit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case, six steps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Tokenize, and a stop list's three rounds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communities, sight-read from their words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words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Keyness: topic, and register underneath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z-scores, the shuffle test, the bootstrap: hands 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Bollen's evidence, pulled live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replication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Yours: one community, fifteen years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· BEFORE ANY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it mean to count a feeling?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8600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10312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 am a failure” appears in a book. List the possible reasons it was written. How many of them are distress?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657600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47472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 phrase's frequency doubles, what claims does that support: about authors? readers? publishers? the age?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029200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84632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you accept as evidence that a society got sadder? Write it down; today tests your standard.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 · EXHIBIT 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claim: a hockey stick of distress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et al. (PNAS 2021): cognitive-distortion phrases surge in Google Books after 2000.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n-gram count over ~500 billion words: the biggest counting study you will meet.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chart is not from the paper. The notebook pulled it minutes ago from the Ngram Viewer's JSON endpoint.</a:t>
            </a:r>
            <a:endParaRPr lang="en-US" sz="1500" dirty="0"/>
          </a:p>
        </p:txBody>
      </p:sp>
      <p:pic>
        <p:nvPicPr>
          <p:cNvPr id="5" name="Image 0" descr="/tmp/figs/bollen_clai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 · EXHIBIT B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objection: the corpus changed under the count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Schmidt et al.: Google scanned more fiction over time. Maybe the surge is novels, not despair.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test: phrases that mark fiction and nothing else. “She whispered.” “He grinned.”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hockey-stick identically. Composition can manufacture a trend by itself.</a:t>
            </a:r>
            <a:endParaRPr lang="en-US" sz="1500" dirty="0"/>
          </a:p>
        </p:txBody>
      </p:sp>
      <p:pic>
        <p:nvPicPr>
          <p:cNvPr id="5" name="Image 0" descr="/tmp/figs/bollen_fic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 · CROSS-EXAMINATION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phrase, fiction-only vs. all books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fiction, “I am a failure” is roughly level for a century. The rise lives in the mixed corpus.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authors deleted fiction entirely, re-ran, and reported the pattern held. The trial is not over.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that thought: what design would SETTLE it? You run one today.</a:t>
            </a:r>
            <a:endParaRPr lang="en-US" sz="1500" dirty="0"/>
          </a:p>
        </p:txBody>
      </p:sp>
      <p:pic>
        <p:nvPicPr>
          <p:cNvPr id="5" name="Image 0" descr="/tmp/figs/bollen_che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·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2120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tokenizer strips apostrophes: don't becomes don + t. One tool's choice is the next tool's cleanup job.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stop list takes three rounds: obvious function words, then the shrapnel and fillers, then a judgment call.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judgment: in r/relationship_advice, are her and him function words, or the cast of the stories?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126480" y="2011680"/>
            <a:ext cx="5394960" cy="3657600"/>
          </a:xfrm>
          <a:prstGeom prst="roundRect">
            <a:avLst>
              <a:gd name="adj" fmla="val 2500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0" y="22402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rounds on live comments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2743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· t · not · her · if · him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3657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· him · know · husband · need · want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4572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0" y="4572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· husband · need · feel · yourself · life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·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tf-idf: twelve communities, sight-read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r/Cooking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108960" y="1874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salt, veggies, protein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25877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r/personalfinance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roth, account, rate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30098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r/buildapc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0" y="33009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cpu, fans, cooler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401421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r/gardening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4014216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plant, sun, leaves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72744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r/cats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0" y="472744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cat, kitten, feed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5440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r/travel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flights, hotel, minute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09360" y="18745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r/wallstreetbets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778240" y="1874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puts, bulls, premium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09360" y="25877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r/movies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7824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movie, trailer, films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09360" y="330098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r/Parenting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78240" y="33009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kids, naps, teach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09360" y="401421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r/nba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778240" y="4014216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player, shots, games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09360" y="472744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r/relationship_advice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778240" y="472744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adult, deserve, ex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309360" y="5440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r/askscience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778240" y="5440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math, animals, wildlife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document per community. “Common here, rare overall” becomes “what this community talks about that the others don't.”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·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Elevated words: keyness, then standardized keyness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945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log-odds → topic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garden, plant, soil, seeds, water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154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cpu, gpu, ram, motherboard, build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2011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F4EEE8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21945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by variance → register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i, we, them  — a stories room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3154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you, your, if  — an advice room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3891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gap in a very common word can be stronger evidence than a big gap in a rare one. Both lists are true; they answer different questions.</a:t>
            </a:r>
            <a:endParaRPr lang="en-US" sz="14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“she” vs. “he” in 2,000 screenplays.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STATISTICS, SIMPLIFIED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every counted claim must answer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331720"/>
            <a:ext cx="502920" cy="5029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Compared to what?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36118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 needs a denominator. Bollen: share of ALL n-grams. Us: per 1,000 words, per control community.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2331720"/>
            <a:ext cx="502920" cy="50292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5488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Could chance draw it?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754880" y="36118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what should not matter (labels, years) 1,000 times. The fraction of shuffles that match the real gap IS the p-value.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549640" y="2331720"/>
            <a:ext cx="502920" cy="50292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4964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big, give or take?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549640" y="36118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size with error bars (the bootstrap). Significant is not big; small is not false. Report both.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trap is a way of dodging one of the three: selection dodges 2, multiplicity cheats 2, a bare p dodges 3.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2, DRAWN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could chance deal this gap?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gap: “water” appears 2.7 more times per 1,000 words in r/gardening than r/buildapc.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community labels 1,000 times, recount each time: the gray pile is what chance can do.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gap stands far outside the pile. Empirical p ≈ 0: this elevation is not luck.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moves, in the notebook with YOUR-TURN blanks: pick, predict, shuffle, read the effect, say the sentence.</a:t>
            </a:r>
            <a:endParaRPr lang="en-US" sz="1500" dirty="0"/>
          </a:p>
        </p:txBody>
      </p:sp>
      <p:pic>
        <p:nvPicPr>
          <p:cNvPr id="5" name="Image 0" descr="/tmp/figs/shuff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3, DRAWN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bootstrap: how big, give or take?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shuffle asked “could it be zero?” The bootstrap asks the other question: “what sizes are believable?”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 your own comments WITH replacement, 1,000 times; recompute the gap each time. Your data votes on its own uncertainty.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95% is the confidence interval: here, 1.4 to 4.1 per 1,000. Far from zero (a finding), wide (stay humble about the exact number).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error bars on today's replication plot are exactly this, one bootstrap per year.</a:t>
            </a:r>
            <a:endParaRPr lang="en-US" sz="1500" dirty="0"/>
          </a:p>
        </p:txBody>
      </p:sp>
      <p:pic>
        <p:nvPicPr>
          <p:cNvPr id="5" name="Image 0" descr="/tmp/figs/bootstr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TRAPS, NAMED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significance fools you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108960" y="210312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shuffle-tested our top keyness word: p = 0, guaranteed. We picked it FOR its extremity. State the hypothesis before looking.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474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Multiplicity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108960" y="347472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one community randomly in half: keyness still returns a convincing “distinctive vocabulary.” Pure noise. 1,500 words at p &lt; .05: ~75 pass by luck.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8463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08960" y="484632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“Significant” answers “is it chance?”, never “does it matter?” Report the effect and the p, together, with the bootstrap's interval around the effect.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REPLICATION · YOURS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Bollen on Reddit: hold the community fixed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Schmidt's demand, satisfied: one subreddit, fifteen years, only the year varies. Composition cannot write this trend.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adaptation: the paper's phrases are too rare for our samples, so we count the absolutist index (always, never, nothing...), 19 words that track distress language (Al-Mosaiwi &amp; Johnstone 2018).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room's protocol: predict the shape out loud → run the default together → each pair swaps in a community they know → bring the plot back.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plots from ten communities is a real replication study, made in one classroom.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852160" y="2011680"/>
            <a:ext cx="5669280" cy="3657600"/>
          </a:xfrm>
          <a:prstGeom prst="roundRect">
            <a:avLst>
              <a:gd name="adj" fmla="val 2500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0" y="2286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design, in one line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27432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rate(absolutist words | r/AskReddit, year)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year in 2010 … 2024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26480" y="40233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…then the trend itself goes on trial: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year, and shuffle the years 1,000 times.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REPLICATION · A SAMPLE RUN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climbs here too, with composition controlled</a:t>
            </a:r>
            <a:endParaRPr lang="en-US" sz="3400" dirty="0"/>
          </a:p>
        </p:txBody>
      </p:sp>
      <p:pic>
        <p:nvPicPr>
          <p:cNvPr id="4" name="Image 0" descr="/tmp/figs/replic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8521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2011680"/>
            <a:ext cx="47548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sample run: absolutist words climb from ~8 toward ~15 per 1,000 across fifteen years of one community. Trend r ≈ 0.8; shuffled years rarely match it.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the composition story cannot explain. Not proof of sadness: AskReddit's users drifted, the proxy is 19 words, each point is a few hundred comments (the error bars are the bootstrap saying so).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survives a second community, another word list, and bigger samples, you may say out loud.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CAPSTONE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prove anything with statistics?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don't. Statistics never proves a claim; it eliminates rivals. A finding is the claim left standing after every challenger you and your critics could name has had its turn.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76148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Rival 1: chance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931920" y="2761488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“Randomly dealt data would show this too.” Answer: the shuffle test. Break the structure 1,000 times; if chance rarely draws your gap, this rival is out. That is all a p-value ever says.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90448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Rival 2: something else did it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931920" y="3904488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corpus changed under you” (Schmidt). Answer: design, not statistics. Hold the community fixed; remove the fiction; re-run without the suspect slice. Each control retires one rival by name.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98348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504748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Rival 3: true but trivial, or true but local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931920" y="5047488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the bootstrap's interval for size, and scope stated out loud: announced-in-the-Times brides, one subreddit, 19 proxy words. A claim without its scope is not yet a claim.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617220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argument's shape is: named claim → named rivals → a test or a design that retires each → the size, with its interval → the scope. Bollen argued this way; Schmidt answered this way; you replicated this way. Truth, here, is what survives.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· COUNTING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 count actually measure?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8600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10312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Absolutist words rose. List every explanation: feelings, phones, age of users, comment length, moderation. Which could you test with today's tools?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657600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47472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Daniels ranked rappers by unique words; Aesop Rock wins. What is that number a measurement OF: skill, genre, era, or the denominator?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029200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84632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is a zero a fact, and when is it a small sample? (Recall: “money” appeared 0 times in one gardening pull.)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· VECTORS AND TRUTH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numbers stand in for meaning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57400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187452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comment became a row of numbers, a community a cloud of points. What survived the translation, and what did not? One example of each.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95351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227832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04495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communities sit far apart in count-space. What exactly is far apart: the people, their topics, or the genre of writing? How would you tell?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2394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398264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21538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trend beat shuffled years. Is the finding TRUE? What separates “not chance” from “what I said it means”?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29437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568696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38581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ratio climbed in books AND on Reddit. One truth measured twice, or two facts about two archives? What third corpus would decide?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Daniels, “The Largest Vocabulary in Hip Hop” (The Pudding, ~10 min). Today's session in the wild: token analysis, a chosen denominator, honest caveats. Name three choices Daniels made.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your replication: your community, your prediction, the plot, and the three written answers from YOUR TURN 3.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Explain: why two tokenizers split a sentence differently, and what your shuffle test can and cannot rule out.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the classifier. r/sandiego vs. r/SanDiegan, and the words that give a comment away.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2026-07-18T20:15:10Z</dcterms:created>
  <dcterms:modified xsi:type="dcterms:W3CDTF">2026-07-18T20:15:10Z</dcterms:modified>
</cp:coreProperties>
</file>