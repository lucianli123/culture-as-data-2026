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y-axis start at zero, or is the plotting default manufacturing your trend?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eye pulled toward a pattern the data won't support?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this chart hide that a different one would show?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interrogating other people's charts. These ten minutes are for yours. Fix one thing.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your own chart, the making-side mirror of Week 6's hand-labeling. Does the y-axis start at zero? Is the eye pulled toward a pattern the data won't support? Fix one thing.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1:15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lab: open the template you forked in Week 4; paste outline, charts, code; render; deploy. Static by default; JS opt-ins hit the code-review checkpoint.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40080" y="440740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440740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691640" y="438912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2026-07-06T05:18:27Z</dcterms:created>
  <dcterms:modified xsi:type="dcterms:W3CDTF">2026-07-06T05:18:27Z</dcterms:modified>
</cp:coreProperties>
</file>