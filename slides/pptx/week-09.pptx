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same goal, three defensible sets of choices: a Pudding piece, an Observable notebook, a Quarto site.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works: hook, corpus note, finding, how-it-could-be-wrong, appendix.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headline finding in one sentence before you write anything else. If you can't, the essay isn't ready.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Mullen's test, the course standard: "I must be able to run it." The notebook works for someone who is not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leaves this session with a deployed URL.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essay shows the thinking. The notebook proves it happened.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lab, fifty minutes: open the template forked in Week 4, already live on Pages; paste outline, charts, code; render; push. Static by default; JS opt-ins hit the code-review checkpoint.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Critical Inquiry online forum: Underwood and others answer Da, a discipline arguing about itself in public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2026-07-12T22:29:20Z</dcterms:created>
  <dcterms:modified xsi:type="dcterms:W3CDTF">2026-07-12T22:29:20Z</dcterms:modified>
</cp:coreProperties>
</file>