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Build the Page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 today with a deployed draft of your web essay at a public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Publishing, Quarto to GitHub Pages, static by default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10755806" y="1068998"/>
            <a:ext cx="69617" cy="6961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10014162" y="1772276"/>
            <a:ext cx="70447" cy="7044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9418567" y="1071992"/>
            <a:ext cx="71151" cy="711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0112022" y="1429407"/>
            <a:ext cx="94587" cy="94587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0494328" y="1831059"/>
            <a:ext cx="53889" cy="53889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8965283" y="1263490"/>
            <a:ext cx="81643" cy="8164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9411088" y="2187960"/>
            <a:ext cx="90983" cy="9098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10231543" y="1853648"/>
            <a:ext cx="49903" cy="4990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9826449" y="984454"/>
            <a:ext cx="90992" cy="9099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9338804" y="2041638"/>
            <a:ext cx="72519" cy="7251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9911609" y="2274381"/>
            <a:ext cx="72206" cy="722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9944664" y="669222"/>
            <a:ext cx="58051" cy="5805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10580970" y="1424782"/>
            <a:ext cx="52912" cy="5291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10220325" y="1790239"/>
            <a:ext cx="79651" cy="7965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10005730" y="752136"/>
            <a:ext cx="51398" cy="5139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11080186" y="771730"/>
            <a:ext cx="45879" cy="45879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 side by side: a Pudding piece, an Observable notebook, a Quarto site. The same goal, three defensible-but-different sets of choices.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There's no single right way, only choices you can defend. Yours will be choices too.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same goal, three defensible sets of choices: a Pudding piece, an Observable notebook, a Quarto site.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structure that works: hook, corpus note, finding, how-it-could-be-wrong, appendix.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headline finding in one sentence before you write anything else. If you can't, the essay isn't ready.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9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Publish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Mullen's test, the course standard: "I must be able to run it." The notebook works for someone who is not you.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student leaves this session with a deployed URL.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essay shows the thinking. The notebook proves it happened.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Publishing, Quarto to GitHub Pages, static by default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This: the three essays, common structure, divergent choices.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0:15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critique (Critical Response Process) in trios: statements of meaning, maker's questions, neutral questions, permissioned opinions.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0080" y="3273552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73552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1:00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255264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lab, fifty minutes: open the template forked in Week 4, already live on Pages; paste outline, charts, code; render; push. Static by default; JS opt-ins hit the code-review checkpoint.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40080" y="3840480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3840480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1:50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691640" y="3822192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test in pairs. Check-out.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Pudding process post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Critical Inquiry online forum: Underwood and others answer Da, a discipline arguing about itself in public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your essay; write the headline finding in one sentence.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it: a planted bug in publishing/layout code (or in opted-in JS). (Competencies 1, 7.)</a:t>
            </a:r>
            <a:endParaRPr lang="en-US" sz="14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Interrogate your own chart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weeks on other people's charts; now the ten minutes on yours.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single right way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published essays, three defensible sets of choices.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Make something real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leave with a deployed URL.</a:t>
            </a:r>
            <a:endParaRPr lang="en-US" sz="14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Fix it: a planted bug in publishing/layout code (or in opted-in JS). (Competencies 1, 7.)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763226" y="5580873"/>
            <a:ext cx="87686" cy="8768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10770371" y="5503948"/>
            <a:ext cx="97407" cy="9740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487110" y="5471260"/>
            <a:ext cx="97856" cy="978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0980241" y="6206711"/>
            <a:ext cx="57031" cy="570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10756246" y="4959481"/>
            <a:ext cx="52654" cy="5265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0881924" y="5928189"/>
            <a:ext cx="52722" cy="5272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9863756" y="4624655"/>
            <a:ext cx="80096" cy="8009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1328861" y="5247499"/>
            <a:ext cx="47906" cy="4790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11223399" y="5045902"/>
            <a:ext cx="88742" cy="8874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10614171" y="4743763"/>
            <a:ext cx="60870" cy="6087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0567976" y="5064983"/>
            <a:ext cx="96880" cy="9688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591294" y="4996100"/>
            <a:ext cx="55038" cy="5503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11246" y="5261017"/>
            <a:ext cx="67933" cy="6793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9113671" y="4846271"/>
            <a:ext cx="48698" cy="48698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2026-07-08T05:31:15Z</dcterms:created>
  <dcterms:modified xsi:type="dcterms:W3CDTF">2026-07-08T05:31:15Z</dcterms:modified>
</cp:coreProperties>
</file>