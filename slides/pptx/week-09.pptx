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lab, fifty minutes: open the template forked in Week 4, already live on Pages; paste outline, charts, code; render; push. Static by default; JS opt-ins hit the code-review checkpoint.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Inquiry online forum: Underwood and others answer Da, a discipline arguing about itself in public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2026-07-12T19:41:33Z</dcterms:created>
  <dcterms:modified xsi:type="dcterms:W3CDTF">2026-07-12T19:41:33Z</dcterms:modified>
</cp:coreProperties>
</file>