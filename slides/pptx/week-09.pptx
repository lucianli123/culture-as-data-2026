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Page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today with a deployed draft of your web essay at a public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Publishing, Quarto to GitHub Pages, static by default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755806" y="1068998"/>
            <a:ext cx="69617" cy="696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014162" y="1772276"/>
            <a:ext cx="70447" cy="7044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418567" y="1071992"/>
            <a:ext cx="71151" cy="711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12022" y="1429407"/>
            <a:ext cx="94587" cy="945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494328" y="1831059"/>
            <a:ext cx="53889" cy="538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8965283" y="1263490"/>
            <a:ext cx="81643" cy="81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411088" y="2187960"/>
            <a:ext cx="90983" cy="9098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31543" y="1853648"/>
            <a:ext cx="49903" cy="4990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826449" y="984454"/>
            <a:ext cx="90992" cy="9099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38804" y="2041638"/>
            <a:ext cx="72519" cy="7251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911609" y="2274381"/>
            <a:ext cx="72206" cy="722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44664" y="669222"/>
            <a:ext cx="58051" cy="580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80970" y="1424782"/>
            <a:ext cx="52912" cy="529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220325" y="1790239"/>
            <a:ext cx="79651" cy="796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05730" y="752136"/>
            <a:ext cx="51398" cy="5139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80186" y="771730"/>
            <a:ext cx="45879" cy="45879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 side by side: a Pudding piece, an Observable notebook, a Quarto site. The same goal, three defensible-but-different sets of choices.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way, only choices you can defend. Yours will be choices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same goal, three defensible sets of choices: a Pudding piece, an Observable notebook, a Quarto site.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 that works: hook, corpus note, finding, how-it-could-be-wrong, appendix.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headline finding in one sentence before you write anything else. If you can't, the essay isn't ready.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Mullen's test, the course standard: "I must be able to run it." The notebook works for someone who is not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student leaves this session with a deployed URL.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essay shows the thinking. The notebook proves it happened.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Publishing, Quarto to GitHub Pages, static by default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This: the three essays, common structure, divergent choices.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critique (Critical Response Process) in trios: statements of meaning, maker's questions, neutral questions, permissioned opinions.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lab, fifty minutes: open the template forked in Week 4, already live on Pages; paste outline, charts, code; render; push. Static by default; JS opt-ins hit the code-review checkpoint.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test in pairs.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process post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Critical Inquiry online forum: Underwood and others answer Da, a discipline arguing about itself in public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your essay; write the headline finding in one sentence.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a planted bug in publishing/layout code (or in opted-in JS).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Interrogate your own chart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weeks on other people's charts; now the ten minutes on yours.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three defensible sets of choices.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deployed URL.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a planted bug in publishing/layout code (or in opted-in JS).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763226" y="5580873"/>
            <a:ext cx="87686" cy="8768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770371" y="5503948"/>
            <a:ext cx="97407" cy="9740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487110" y="5471260"/>
            <a:ext cx="97856" cy="978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980241" y="6206711"/>
            <a:ext cx="57031" cy="570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756246" y="4959481"/>
            <a:ext cx="52654" cy="5265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881924" y="5928189"/>
            <a:ext cx="52722" cy="5272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863756" y="4624655"/>
            <a:ext cx="80096" cy="800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28861" y="5247499"/>
            <a:ext cx="47906" cy="479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23399" y="5045902"/>
            <a:ext cx="88742" cy="887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14171" y="4743763"/>
            <a:ext cx="60870" cy="6087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67976" y="5064983"/>
            <a:ext cx="96880" cy="968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591294" y="4996100"/>
            <a:ext cx="55038" cy="550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11246" y="5261017"/>
            <a:ext cx="67933" cy="679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113671" y="4846271"/>
            <a:ext cx="48698" cy="4869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2026-07-12T21:17:19Z</dcterms:created>
  <dcterms:modified xsi:type="dcterms:W3CDTF">2026-07-12T21:17:19Z</dcterms:modified>
</cp:coreProperties>
</file>