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udding.cool/process/pivot-continue-dow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9:</a:t>
            </a:r>
            <a:r>
              <a:rPr/>
              <a:t> </a:t>
            </a:r>
            <a:r>
              <a:rPr/>
              <a:t>Build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r>
              <a:rPr/>
              <a:t>Culture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draft</a:t>
            </a:r>
            <a:r>
              <a:rPr/>
              <a:t> </a:t>
            </a:r>
            <a:r>
              <a:rPr/>
              <a:t>slides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9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Build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1270000" indent="0">
              <a:buNone/>
            </a:pPr>
            <a:r>
              <a:rPr sz="2000"/>
              <a:t>Leave today with a deployed draft of your web essay at a public URL.</a:t>
            </a:r>
          </a:p>
          <a:p>
            <a:pPr lvl="0" marL="0" indent="0">
              <a:buNone/>
            </a:pPr>
            <a:r>
              <a:rPr i="1"/>
              <a:t>Tool / method: Publishing, Quarto to GitHub Pages, static by default · Competencies: 1, 7,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Look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Three published essays side by side: a Pudding piece, an Observable notebook, a Quarto site. The same goal, three defensible-but-different sets of choices.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</a:t>
            </a:r>
            <a:r>
              <a:rPr/>
              <a:t> </a:t>
            </a:r>
            <a:r>
              <a:rPr/>
              <a:t>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There’s no single right way, only choices you can defend. Yours will be choices too.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Three</a:t>
            </a:r>
            <a:r>
              <a:rPr/>
              <a:t> </a:t>
            </a:r>
            <a:r>
              <a:rPr/>
              <a:t>modes</a:t>
            </a:r>
            <a:r>
              <a:rPr/>
              <a:t> </a:t>
            </a:r>
            <a:r>
              <a:rPr/>
              <a:t>today</a:t>
            </a:r>
            <a:r>
              <a:rPr/>
              <a:t> </a:t>
            </a:r>
            <a:r>
              <a:rPr/>
              <a:t>(about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third</a:t>
            </a:r>
            <a:r>
              <a:rPr/>
              <a:t> </a:t>
            </a:r>
            <a:r>
              <a:rPr/>
              <a:t>each)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Lecture / demo:</a:t>
            </a:r>
            <a:r>
              <a:rPr/>
              <a:t> Publishing, Quarto to GitHub Pages, static by default</a:t>
            </a:r>
          </a:p>
          <a:p>
            <a:pPr lvl="1"/>
            <a:r>
              <a:rPr b="1"/>
              <a:t>Workshop:</a:t>
            </a:r>
            <a:r>
              <a:rPr/>
              <a:t> build hands-on on your own data</a:t>
            </a:r>
          </a:p>
          <a:p>
            <a:pPr lvl="1"/>
            <a:r>
              <a:rPr b="1"/>
              <a:t>Discussion:</a:t>
            </a:r>
            <a:r>
              <a:rPr/>
              <a:t> the study above, interrogate it, debate it, or critique each other’s work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0:00</a:t>
            </a:r>
            <a:r>
              <a:rPr/>
              <a:t> Look at This: the three essays, common structure, divergent choices.</a:t>
            </a:r>
          </a:p>
          <a:p>
            <a:pPr lvl="1"/>
            <a:r>
              <a:rPr b="1"/>
              <a:t>0:15</a:t>
            </a:r>
            <a:r>
              <a:rPr/>
              <a:t> Structured critique (Critical Response Process) in trios: statements of meaning, maker’s questions, neutral questions, permissioned opinions.</a:t>
            </a:r>
          </a:p>
          <a:p>
            <a:pPr lvl="1"/>
            <a:r>
              <a:rPr b="1"/>
              <a:t>0:50</a:t>
            </a:r>
            <a:r>
              <a:rPr/>
              <a:t> Break</a:t>
            </a:r>
          </a:p>
          <a:p>
            <a:pPr lvl="1"/>
            <a:r>
              <a:rPr b="1"/>
              <a:t>1:00</a:t>
            </a:r>
            <a:r>
              <a:rPr/>
              <a:t> Interrogate your own chart, the making-side mirror of Week 6’s hand-labeling. Does the y-axis start at zero? Is the eye pulled toward a pattern the data won’t support? Fix one thing.</a:t>
            </a:r>
          </a:p>
          <a:p>
            <a:pPr lvl="1"/>
            <a:r>
              <a:rPr b="1"/>
              <a:t>1:15</a:t>
            </a:r>
            <a:r>
              <a:rPr/>
              <a:t> Build lab: open the template you forked in Week 4; paste outline, charts, code; render; deploy. Static by default; JS opt-ins hit the code-review checkpoint.</a:t>
            </a:r>
          </a:p>
          <a:p>
            <a:pPr lvl="1"/>
            <a:r>
              <a:rPr b="1"/>
              <a:t>1:50</a:t>
            </a:r>
            <a:r>
              <a:rPr/>
              <a:t> Phone test in pairs. Check-out.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Reading</a:t>
            </a:r>
            <a:r>
              <a:rPr/>
              <a:t> </a:t>
            </a:r>
            <a:r>
              <a:rPr/>
              <a:t>&amp;</a:t>
            </a:r>
            <a:r>
              <a:rPr/>
              <a:t> </a:t>
            </a:r>
            <a:r>
              <a:rPr/>
              <a:t>homework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Reading:</a:t>
            </a:r>
            <a:r>
              <a:rPr/>
              <a:t> None</a:t>
            </a:r>
          </a:p>
          <a:p>
            <a:pPr lvl="1"/>
            <a:r>
              <a:rPr b="1"/>
              <a:t>Supplement:</a:t>
            </a:r>
            <a:r>
              <a:rPr/>
              <a:t> </a:t>
            </a:r>
            <a:r>
              <a:rPr>
                <a:hlinkClick r:id="rId2"/>
              </a:rPr>
              <a:t>A Pudding process post</a:t>
            </a:r>
          </a:p>
          <a:p>
            <a:pPr lvl="1"/>
            <a:r>
              <a:rPr b="1"/>
              <a:t>Sketch:</a:t>
            </a:r>
            <a:r>
              <a:rPr/>
              <a:t> Title your essay; write the headline finding in one sentence.</a:t>
            </a:r>
          </a:p>
          <a:p>
            <a:pPr lvl="1"/>
            <a:r>
              <a:rPr b="1"/>
              <a:t>Check (AI closed):</a:t>
            </a:r>
            <a:r>
              <a:rPr/>
              <a:t> Fix it: a planted bug in publishing/layout code (or in opted-in JS). (Competencies 1, 7.)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9: Build the Page</dc:title>
  <dc:creator/>
  <cp:keywords/>
  <dcterms:created xsi:type="dcterms:W3CDTF">2026-06-29T04:14:03Z</dcterms:created>
  <dcterms:modified xsi:type="dcterms:W3CDTF">2026-06-29T04:14:03Z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revealjs</vt:lpwstr>
  </property>
  <property fmtid="{D5CDD505-2E9C-101B-9397-08002B2CF9AE}" pid="3" name="subtitle">
    <vt:lpwstr>Culture as Data · draft slides</vt:lpwstr>
  </property>
</Properties>
</file>