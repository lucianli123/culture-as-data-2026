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a Corpus. Pick Two Methods. Commit.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with a pitched project, two chosen methods, your Data Biography drafted, and the skill that makes "bring your own corpus" real: getting data off the web.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The project (no new mechanism this week)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724225" y="1688744"/>
            <a:ext cx="60133" cy="601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618764" y="1674825"/>
            <a:ext cx="86575" cy="8657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754353" y="1946444"/>
            <a:ext cx="93078" cy="9307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17191" y="1490141"/>
            <a:ext cx="47638" cy="4763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063880" y="1029817"/>
            <a:ext cx="82844" cy="828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780618" y="1289371"/>
            <a:ext cx="56962" cy="569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567207" y="1255343"/>
            <a:ext cx="47717" cy="477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823446" y="1651633"/>
            <a:ext cx="77969" cy="7796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692334" y="1464782"/>
            <a:ext cx="60850" cy="6085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16873" y="1418690"/>
            <a:ext cx="74084" cy="7408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840061" y="2237255"/>
            <a:ext cx="85667" cy="856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18500" y="1169659"/>
            <a:ext cx="63595" cy="6359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438389" y="677161"/>
            <a:ext cx="85592" cy="855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799527" y="1483662"/>
            <a:ext cx="64790" cy="6479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401716" y="838341"/>
            <a:ext cx="78914" cy="7891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131155" y="1202458"/>
            <a:ext cx="95958" cy="95958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"How We Made…" process post, the messy middle, where every polished piece had a moment its maker thought it wouldn't work.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across the pitches for questions too vague to answer, corpora that don't exist as accessible data, methods chosen on instinct rather than fit, and the quiet scaling-down of ambition.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viable pitch contains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minutes, hard cap: your corpus (existence proof on screen), your two methods, and what would count as a finding.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"Explore themes in music" is not answerable. "Did Billboard #1 lyrics narrow in vocabulary 1990-2020?" is.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null result, honestly shown, is a complete project: "I expected X, the data doesn't show it, here's how I know."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pivot kit exists because corpora fail. Adopting a fallback pair is normal, not a failure.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Licensing rules, in one slide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 museum data and public-domain books: use freely, republish freely.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corpora: analyze, don't redistribute. Lyrics and review text: metadata and counts only.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AO3 and other community-opposed archives: a small attributed sample at most, never a shared dataset.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Shadow-library books: never. That line is what the field's $1.5B settlement was about.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routes to a corpus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1, the common case: a prepared file. pd.read_csv(url), gdown for Drive links, load_dataset() for Hugging Face.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2: an API, the sanctioned route. The Met's endpoint returns JSON, no key required.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3, a last resort: scraping, done carefully. Read robots.txt and the terms of service, request slowly, take only what you need, never republish.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the route: save the result to your Drive project folder today. Week 5 depends on it.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 Biography (~400 words, due Week 5)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did this data come from, and who made it?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in it, and who is missing from it?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 it not tell you, no matter how cleverly you count?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distilled form becomes your essay's corpus note in Week 8. Write it once, use it twice.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(no new mechanism this week)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the process post.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Pitches, three-minute hard cap each: your corpus (existence proof shown), your two methods, what would count as a finding.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0:48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0:58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conversation: the licensing one-pager (CC0 museums and public-domain books go anywhere; academic-only sets analyze-don't-redistribute; lyrics and review text metadata-only; AO3 and other community-opposed archives a small attributed sample at most, never a shared dataset; live firehoses we discuss, don't scrape; pirated full-text books from shadow libraries like LibGen never, the line the field's $1.5B settlement was about), and the Data Biography introduced.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data, APIs and scraping, demoed live with the AI writing the code. API first (the Met or Art Institute, no key); scraping second, with the robots.txt / ToS / rate-limit / anti-republish check.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Collect-and-build lab: point the cookbook notebook at your corpus, reshape it, and save it to your Drive project folder so it's there next week (when the Week 1 Drive mount pays off), and fork the publishing template with GitHub Pages enabled, so a live placeholder URL exists from commit day. Your project repository starts today.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Commit, with the pivot kit named as insurance. A null result honestly shown is a complete project.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Krause, Data Biographies (We All Count)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Freelon, Post-API Age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boyd &amp;amp; Crawford, Critical Questions for Big Data (2012), the canonical statement of what large datasets cannot tell you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Data Biography (~400 words) and actually collect your corpus with the cookbook.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your question aloud, what it omits, and where your data actually comes from. (Competencies 2, 6.)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Biography: where it came from, who is missing, what it cannot say.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licensing line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CC0, to scrape-with-care, to never (LibGen). Judgment, not a rulebook.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real corpus in hand and a project repo born.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your question aloud, what it omits, and where your data actually comes from. (Competencies 2, 6.)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314870" y="4684302"/>
            <a:ext cx="97826" cy="9782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817510" y="5927824"/>
            <a:ext cx="55265" cy="5526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967264" y="4657804"/>
            <a:ext cx="50677" cy="5067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391251" y="5072862"/>
            <a:ext cx="52058" cy="5205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595952" y="6159539"/>
            <a:ext cx="82267" cy="822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087846" y="5167014"/>
            <a:ext cx="54438" cy="544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494053" y="4556547"/>
            <a:ext cx="46294" cy="462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321053" y="5052039"/>
            <a:ext cx="80695" cy="8069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75327" y="5640029"/>
            <a:ext cx="70772" cy="7077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823674" y="5307057"/>
            <a:ext cx="94251" cy="942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32895" y="4777024"/>
            <a:ext cx="64263" cy="6426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09469" y="4773829"/>
            <a:ext cx="58532" cy="585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459876" y="6021372"/>
            <a:ext cx="99917" cy="999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611236" y="5768834"/>
            <a:ext cx="46688" cy="4668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2026-07-12T22:38:05Z</dcterms:created>
  <dcterms:modified xsi:type="dcterms:W3CDTF">2026-07-12T22:38:05Z</dcterms:modified>
</cp:coreProperties>
</file>