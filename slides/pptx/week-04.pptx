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for vibes,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pitch that survives contact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defeat.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2, the polite front door: an API.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the back door: scrape, carefully. Read robots.txt and the ToS, go slow,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template. Your project repo is born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2026-07-05T03:41:57Z</dcterms:created>
  <dcterms:modified xsi:type="dcterms:W3CDTF">2026-07-05T03:41:57Z</dcterms:modified>
</cp:coreProperties>
</file>