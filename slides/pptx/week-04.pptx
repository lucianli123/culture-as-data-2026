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Pick a Corpus. Pick Two Methods. Commit.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with a pitched project, two chosen methods, your Data Biography drafted, and the skill that makes "bring your own corpus" real: getting data off the web.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The project (no new mechanism this week)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724225" y="1688744"/>
            <a:ext cx="60133" cy="6013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618764" y="1674825"/>
            <a:ext cx="86575" cy="8657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9754353" y="1946444"/>
            <a:ext cx="93078" cy="9307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1017191" y="1490141"/>
            <a:ext cx="47638" cy="4763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0063880" y="1029817"/>
            <a:ext cx="82844" cy="8284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10780618" y="1289371"/>
            <a:ext cx="56962" cy="5696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11567207" y="1255343"/>
            <a:ext cx="47717" cy="4771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10823446" y="1651633"/>
            <a:ext cx="77969" cy="77969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9692334" y="1464782"/>
            <a:ext cx="60850" cy="6085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9316873" y="1418690"/>
            <a:ext cx="74084" cy="7408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10840061" y="2237255"/>
            <a:ext cx="85667" cy="856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9918500" y="1169659"/>
            <a:ext cx="63595" cy="63595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10438389" y="677161"/>
            <a:ext cx="85592" cy="8559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10799527" y="1483662"/>
            <a:ext cx="64790" cy="6479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9401716" y="838341"/>
            <a:ext cx="78914" cy="7891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10131155" y="1202458"/>
            <a:ext cx="95958" cy="95958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Pudding "How We Made…" process post, the messy middle, where every polished piece had a moment its maker thought it wouldn't work.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across the pitches for questions too vague to answer, corpora that don't exist as accessible data, methods chosen on instinct rather than fit, and the quiet scaling-down of ambition.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 viable pitch contains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minutes, hard cap: your corpus (existence proof on screen), your two methods, and what would count as a finding.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"Explore themes in music" is not answerable. "Did Billboard #1 lyrics narrow in vocabulary 1990-2020?" is.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null result, honestly shown, is a complete project: "I expected X, the data doesn't show it, here's how I know."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pivot kit exists because corpora fail. Adopting a fallback pair is normal, not a failure.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Licensing rules, in one slide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CC0 museum data and public-domain books: use freely, republish freely.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corpora: analyze, don't redistribute. Lyrics and review text: metadata and counts only.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AO3 and other community-opposed archives: a small attributed sample at most, never a shared dataset.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Shadow-library books: never. That line is what the field's $1.5B settlement was about.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routes to a corpus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1, the common case: a prepared file. pd.read_csv(url), gdown for Drive links, load_dataset() for Hugging Face.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2: an API, the sanctioned route. The Met's endpoint returns JSON, no key required.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3, a last resort: scraping, done carefully. Read robots.txt and the terms of service, request slowly, take only what you need, never republish.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Whatever the route: save the result to your Drive project folder today. Week 5 depends on it.</a:t>
            </a:r>
            <a:endParaRPr lang="en-US" sz="1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Data Biography (~400 words, due Week 5)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did this data come from, and who made it?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is in it, and who is missing from it?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can it not tell you, no matter how cleverly you count?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distilled form becomes your essay's corpus note in Week 8. Write it once, use it twice.</a:t>
            </a:r>
            <a:endParaRPr lang="en-US" sz="16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project (no new mechanism this week)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 + Look at This: the process post.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213969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13969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0:08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12140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Pitches, three-minute hard cap each: your corpus (existence proof shown), your two methods, what would count as a finding.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706624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706624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0:48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688336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273552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273552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0:58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3255264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 conversation: the licensing one-pager (CC0 museums and public-domain books go anywhere; academic-only sets analyze-don't-redistribute; lyrics and review text metadata-only; AO3 and other community-opposed archives a small attributed sample at most, never a shared dataset; live firehoses we discuss, don't scrape; pirated full-text books from shadow libraries like LibGen never, the line the field's $1.5B settlement was about), and the Data Biography introduced.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3840480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840480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1:10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822192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the data, APIs and scraping, demoed live with the AI writing the code. API first (the Met or Art Institute, no key); scraping second, with the robots.txt / ToS / rate-limit / anti-republish check.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40080" y="440740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440740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1:30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691640" y="438912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Collect-and-build lab: point the cookbook notebook at your corpus, reshape it, and save it to your Drive project folder so it's there next week (when the Week 1 Drive mount pays off), and fork the publishing template. Your project repository starts today.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40080" y="497433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97433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1:55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691640" y="495604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Commit, with the pivot kit named as insurance. A null result honestly shown is a complete project. Check-out.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81051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737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2121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Krause, Data Biographies (We All Count)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9535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880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3264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Freelon, Post-API Age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409651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4023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4407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Data Biography (~400 words) and actually collect your corpus with the cookbook.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523951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5166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5550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it: your question aloud, what it omits, and where your data actually comes from. (Competencies 2, 6.)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Whose data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 Biography: where it came from, who is missing, what it cannot say.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licensing line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CC0, to scrape-with-care, to never (LibGen). Judgment, not a rulebook.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Make something real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leave with a real corpus in hand and a project repo born.</a:t>
            </a:r>
            <a:endParaRPr lang="en-US" sz="14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Explain it: your question aloud, what it omits, and where your data actually comes from. (Competencies 2, 6.)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4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314870" y="4684302"/>
            <a:ext cx="97826" cy="9782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10817510" y="5927824"/>
            <a:ext cx="55265" cy="5526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9967264" y="4657804"/>
            <a:ext cx="50677" cy="5067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391251" y="5072862"/>
            <a:ext cx="52058" cy="5205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10595952" y="6159539"/>
            <a:ext cx="82267" cy="822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9087846" y="5167014"/>
            <a:ext cx="54438" cy="5443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9494053" y="4556547"/>
            <a:ext cx="46294" cy="4629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0321053" y="5052039"/>
            <a:ext cx="80695" cy="8069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075327" y="5640029"/>
            <a:ext cx="70772" cy="7077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9823674" y="5307057"/>
            <a:ext cx="94251" cy="9425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10632895" y="4777024"/>
            <a:ext cx="64263" cy="64263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09469" y="4773829"/>
            <a:ext cx="58532" cy="585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9459876" y="6021372"/>
            <a:ext cx="99917" cy="9991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611236" y="5768834"/>
            <a:ext cx="46688" cy="46688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2026-07-06T03:37:07Z</dcterms:created>
  <dcterms:modified xsi:type="dcterms:W3CDTF">2026-07-06T03:37:07Z</dcterms:modified>
</cp:coreProperties>
</file>