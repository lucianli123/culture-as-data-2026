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 with GitHub Pages enabled, so a live placeholder URL exists from commit day.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boyd &amp;amp; Crawford, Critical Questions for Big Data (2012), the canonical statement of what large datasets cannot tell you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2026-07-18T19:50:32Z</dcterms:created>
  <dcterms:modified xsi:type="dcterms:W3CDTF">2026-07-18T19:50:32Z</dcterms:modified>
</cp:coreProperties>
</file>