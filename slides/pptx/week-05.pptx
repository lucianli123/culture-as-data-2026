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the space of meaning, drawn one picture at a time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debates, for the curious: Kozlowski/Taddy/Evans, The Geometry of Culture (2019) vs. Bolukbasi et al. (2016);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2026-07-18T16:54:34Z</dcterms:created>
  <dcterms:modified xsi:type="dcterms:W3CDTF">2026-07-18T16:54:34Z</dcterms:modified>
</cp:coreProperties>
</file>