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Kill that misconception today, out loud.</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Tonight's toggle: PCA vs. t-SNE on your own map. Name one cluster you believe and one you don't.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boxed)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2026-07-05T04:09:39Z</dcterms:created>
  <dcterms:modified xsi:type="dcterms:W3CDTF">2026-07-05T04:09:39Z</dcterms:modified>
</cp:coreProperties>
</file>