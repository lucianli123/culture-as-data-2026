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couldn't give you, and learn the same trick is how "For You" feeds place you.</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push your embeddings, hunt the surprise cluster. A five-minute recommenders aside: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810512"/>
            <a:ext cx="219456" cy="219456"/>
          </a:xfrm>
          <a:prstGeom prst="ellipse">
            <a:avLst/>
          </a:prstGeom>
          <a:solidFill>
            <a:srgbClr val="7A3B2E"/>
          </a:solidFill>
          <a:ln/>
        </p:spPr>
      </p:sp>
      <p:sp>
        <p:nvSpPr>
          <p:cNvPr id="4" name="Text 2"/>
          <p:cNvSpPr/>
          <p:nvPr/>
        </p:nvSpPr>
        <p:spPr>
          <a:xfrm>
            <a:off x="1051560" y="1737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2121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953512"/>
            <a:ext cx="219456" cy="219456"/>
          </a:xfrm>
          <a:prstGeom prst="ellipse">
            <a:avLst/>
          </a:prstGeom>
          <a:solidFill>
            <a:srgbClr val="3F6F5F"/>
          </a:solidFill>
          <a:ln/>
        </p:spPr>
      </p:sp>
      <p:sp>
        <p:nvSpPr>
          <p:cNvPr id="7" name="Text 5"/>
          <p:cNvSpPr/>
          <p:nvPr/>
        </p:nvSpPr>
        <p:spPr>
          <a:xfrm>
            <a:off x="1051560" y="28803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3264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4096512"/>
            <a:ext cx="219456" cy="219456"/>
          </a:xfrm>
          <a:prstGeom prst="ellipse">
            <a:avLst/>
          </a:prstGeom>
          <a:solidFill>
            <a:srgbClr val="B9852F"/>
          </a:solidFill>
          <a:ln/>
        </p:spPr>
      </p:sp>
      <p:sp>
        <p:nvSpPr>
          <p:cNvPr id="10" name="Text 8"/>
          <p:cNvSpPr/>
          <p:nvPr/>
        </p:nvSpPr>
        <p:spPr>
          <a:xfrm>
            <a:off x="1051560" y="402336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Sketch</a:t>
            </a:r>
            <a:endParaRPr lang="en-US" sz="1500" dirty="0"/>
          </a:p>
        </p:txBody>
      </p:sp>
      <p:sp>
        <p:nvSpPr>
          <p:cNvPr id="11" name="Text 9"/>
          <p:cNvSpPr/>
          <p:nvPr/>
        </p:nvSpPr>
        <p:spPr>
          <a:xfrm>
            <a:off x="1051560" y="4407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2" name="Shape 10"/>
          <p:cNvSpPr/>
          <p:nvPr/>
        </p:nvSpPr>
        <p:spPr>
          <a:xfrm>
            <a:off x="640080" y="5239512"/>
            <a:ext cx="219456" cy="219456"/>
          </a:xfrm>
          <a:prstGeom prst="ellipse">
            <a:avLst/>
          </a:prstGeom>
          <a:solidFill>
            <a:srgbClr val="7A3B2E"/>
          </a:solidFill>
          <a:ln/>
        </p:spPr>
      </p:sp>
      <p:sp>
        <p:nvSpPr>
          <p:cNvPr id="13" name="Text 11"/>
          <p:cNvSpPr/>
          <p:nvPr/>
        </p:nvSpPr>
        <p:spPr>
          <a:xfrm>
            <a:off x="1051560" y="5166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4" name="Text 12"/>
          <p:cNvSpPr/>
          <p:nvPr/>
        </p:nvSpPr>
        <p:spPr>
          <a:xfrm>
            <a:off x="1051560" y="5550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2026-07-05T03:12:50Z</dcterms:created>
  <dcterms:modified xsi:type="dcterms:W3CDTF">2026-07-05T03:12:50Z</dcterms:modified>
</cp:coreProperties>
</file>