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couldn't give you, and learn the same trick is how "For You" feeds place you.</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fact: embeddings encode the associations in a corpus.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To Caliskan et al. (2017) that's a warning, a model trained on human text launders human prejudice. To Soni, Klein &amp; Eisenstein (2021) the same mirror is a method, embeddings on abolitionist newspapers reveal which papers led the movement's language. The room decides: when is reading a corpus's associations a discovery, and when is it laundering bias?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adjectives near she vs. he; now embed those descriptions and watch them cluster.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push your embeddings, hunt the surprise cluster. A five-minute recommenders aside: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Soni/Klein, How Words Lead to Justice vs. Caliskan et al. (2017)</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Garg et al. (PNAS 2018);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2026-06-29T04:21:30Z</dcterms:created>
  <dcterms:modified xsi:type="dcterms:W3CDTF">2026-06-29T04:21:30Z</dcterms:modified>
</cp:coreProperties>
</file>