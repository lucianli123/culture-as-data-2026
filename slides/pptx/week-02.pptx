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build a word-counter by hand, watch the same sentence get counted three ways, and find an artist's signature vocabulary with nothing but counting.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Counting, and every count hides a choice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 and the move to steal: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Counting, and every count hides a choice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an artist's signature vocabulary, the words they use far more than a pop baseline. No caveats.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Cross-corpus counting: the same counter on a lyrics slice, a subreddit, and a novel. The corpus choice changes what "common" means.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love; one chart; one sentence naming a choice you made.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honest floor, with no notion of meaning. This sets up the Week 5 payoff.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corpus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counter on lyrics, a subreddit, and a novel gives three different "commons."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2026-07-05T03:12:49Z</dcterms:created>
  <dcterms:modified xsi:type="dcterms:W3CDTF">2026-07-05T03:12:49Z</dcterms:modified>
</cp:coreProperties>
</file>