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statistics move the course needs: the shuffle test for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 and the move to steal: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beat: an artist's signature vocabulary, the words they use far more than a pop baseline. No caveats.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labels, recount, a thousand times. If chance alone often makes a gap this big, don't trust it; if it almost never does, you have a finding. Real-but-tiny is still tiny.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love; one chart; one sentence naming a choice. Comparing two things? Shuffle-test it.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honest floor, with no notion of meaning. This sets up the Week 5 payoff.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a thousand times; if chance often beats your gap, don't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2026-07-05T03:25:17Z</dcterms:created>
  <dcterms:modified xsi:type="dcterms:W3CDTF">2026-07-05T03:25:17Z</dcterms:modified>
</cp:coreProperties>
</file>