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 (and produces "beauti"); a lemmatizer makes it by dictionary (and reads "was" as a noun unless told otherwise).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one corpus's pairs; this week counts pairs across three communities, and each subreddit's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r/gardening comments mention plants zero or one time, a few mention many. Mean and median disagree, and the mean alone misleads.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Communities differ in how much they write, so raw totals mislead. Rates per 1,000 words: "water" is 3.9 in r/gardening and 0.1 elsewhere; "feel" is 1.8 in r/relationship_advice.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standardize. A z-score rescales any number as distance from typical in units of spread: a comment with three plant mentions sits at z = +4.7, its 73-word length at +1.2. Unlike scales become comparable. Lemmatization is the same idea for word forms; the shuffle test is the same idea for gaps.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four: a gap between rates can still be luck. That is the shuffle test's question, and it closes the session.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six comments in seven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fool yourself with significance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we shuffle-tested our top keyness word and got p = 0. Of course: we picked it BECAUSE its gap was the most extreme of 1,500. State the hypothesis before looking, then test exactly that.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Multiplicity: split one community's comments randomly in half and keyness still produces a convincing "distinctive vocabulary": pure noise. Test 1,500 words at p &lt; .05 and ~75 pass by luck. Bollen et al. counted 241 phrases. Defenses: correct the threshold, pre-register, or check winners on held-out data.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"significant" answers "is it chance?", never "does it matter?" With enough comments a microscopic gap passes. Report the effect and the p, both: "3.3 per 1,000 words more (p &lt; .001)".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bootstrap closes the loop: resample your own comments 1,000 times for a confidence interval. The shuffle test asks "could it be zero?"; the bootstrap asks "what sizes are believable?" A publishable finding survives both.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the log-odds by their variance (Monroe et al.'s Fightin' Words) and the lists change character: topic words sink, register surfaces. r/buildapc's strongest markers become you/your (an advice room), r/gardening's i/we/them (a stories room).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 The fraction of shuffles that match it is the p-value, the number inside every "p &lt; .05" you will ever read.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 Pre-registered in the notebook: "gardeners say water more" (gap +3.3 per 1,000 words, p &lt; .001); "money" between buildapc and advice fails (p = .17) and even flips sign between pulls.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communities,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words, z-scores as the common scale. Then tf-idf at two scales, single comments as documents and twelve whole subreddits as documents, each community sight-read from its distinctive words (cpu and coolers, roth and rates, puts and bears), and k-means on 360 live Reddit comments from three subreddits: raw counts give a blob, tf-idf plus 60 dimensions sorts six in seven comments with their community. The representation, not the algorithm, does the work. Closer: the same k-means on twenty Met paintings counted into 27 color buckets sorts portraits from landscapes, three in four.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 names the p-value, then the three traps: selection (testing the word you picked for its extremity), multiplicity (random halves of one community yield a convincing fake vocabulary; ~75 of 1,500 words pass by luck), and size (significant is not big; report effect and p together, with a bootstrap interval for the size).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2026-07-13T02:35:19Z</dcterms:created>
  <dcterms:modified xsi:type="dcterms:W3CDTF">2026-07-13T02:35:19Z</dcterms:modified>
</cp:coreProperties>
</file>