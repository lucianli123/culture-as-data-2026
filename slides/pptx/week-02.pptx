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the sonnets' pairs; this week counts pairs across three corpora, and each book's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paragraphs of Dracula contain "night" zero times, a few contain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The novels outweigh all 154 sonnets combined, so raw totals always vote for the novels. Rates per 1,000 words: "love" is 10.8 in the sonnets, 0.7 in Frankenstein.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("common here, rare overall") and k-means on 360 live Reddit comments from three subreddits: raw counts give a blob, tf-idf plus 60 dimensions sorts six in seven comments with their community. The representation, not the algorithm, does the work.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2026-07-12T19:54:36Z</dcterms:created>
  <dcterms:modified xsi:type="dcterms:W3CDTF">2026-07-12T19:54:36Z</dcterms:modified>
</cp:coreProperties>
</file>