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rule: r/gardening's own garden, gardener, gardening, and gardens all collapse to one stem, person lumped with activity. A lemmatizer consults a dictionary, but must be told the part of speech.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as points: the idea of a space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document's counts are a list of numbers, and a list of numbers is a coordinate. One axis per word, and every document becomes a point; the corpus becomes a cloud. In that space, near means similar vocabulary.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the only size that fits on a slide: a two-word space. Gardening comments live along the plant axis, buildapc along the cpu axis, relationship_advice at the origin, where neither word is its vocabulary.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space has one axis per vocabulary word, about five thousand. Unpicturable, but the arithmetic is identical. Clustering finds neighborhoods in the cloud; PCA is a camera angle that flattens it to two axes for viewing.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5's embeddings are this exact move with learned axes: near comes to mean similar meaning instead of shared vocabulary. Whenever you read "embedding": a placement of things into a space where distance is designed to mean something.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words, z-scores as the common scale. Then tf-idf at two scales, single comments as documents and twelve whole subreddits as documents, each community sight-read from its distinctive words (cpu and coolers, roth and rates, puts and bears), then the idea of a space made explicit (documents as points, one axis per word, a two-word space drawn), and k-means on the live comments: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Historical Significance of Textual Distances (2018): does near-in-count-space mean near-in-culture?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only), where even generation turns out to be counting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2026-07-13T03:25:31Z</dcterms:created>
  <dcterms:modified xsi:type="dcterms:W3CDTF">2026-07-13T03:25:31Z</dcterms:modified>
</cp:coreProperties>
</file>