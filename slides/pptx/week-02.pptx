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Counting, Compared: Is the Difference Real?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a famous PNAS paper on trial, find the words that make a voice distinctive (the method behind Week 1's featured study), and learn the one statistical method the course requires: the shuffle test, which checks whether a difference is real.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Advanced counting: baselines, keyness, and the shuffle test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860233" y="1936643"/>
            <a:ext cx="67312" cy="673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860605" y="1635845"/>
            <a:ext cx="49135" cy="49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340027" y="2296225"/>
            <a:ext cx="68931" cy="689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9184699" y="1166963"/>
            <a:ext cx="94696" cy="946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537621" y="709320"/>
            <a:ext cx="94425" cy="944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312193" y="1647195"/>
            <a:ext cx="90980" cy="9098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137815" y="1229768"/>
            <a:ext cx="52356" cy="523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14287" y="1918300"/>
            <a:ext cx="56277" cy="5627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1284609" y="961970"/>
            <a:ext cx="70739" cy="7073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405380" y="822038"/>
            <a:ext cx="63737" cy="637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662802" y="2222405"/>
            <a:ext cx="58133" cy="5813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0456674" y="674890"/>
            <a:ext cx="76786" cy="7678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929996" y="2115473"/>
            <a:ext cx="87692" cy="876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482568" y="2055975"/>
            <a:ext cx="58846" cy="5884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257390" y="1220295"/>
            <a:ext cx="67974" cy="679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397462" y="2069693"/>
            <a:ext cx="83071" cy="83071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Bollen/Schmidt trial: a hockey stick of societal distress, found by counting.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rising words are fiction-words, and Google scanned more fiction after 2000. The rebuttal, and the method worth adopting: the authors removed the entire fiction corpus and re-ran it, and the pattern largely held. The answer to "your corpus is biased" is a test, not an argument.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trial: Bollen et al. v. Schmidt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claim (PNAS 2021): phrases of distorted thinking ("I am a failure," "everyone hates me") surge in Google Books after 2000. A hockey stick.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objection: Google scanned more fiction after 2000. Maybe the surge is novels, not distress.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rebuttal: the authors deleted the entire fiction corpus and re-ran the analysis. The pattern largely held.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notebook runs the trial live: the Ngram Viewer's JSON endpoint returns the paper's own data. "I am a failure" hockey-sticks in the mixed corpus and sits roughly flat inside fiction; "she whispered" hockey-sticks too. The evidence cuts both ways, which is why it is a trial.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 worth adopting: answer "your corpus is biased" with a test rather than an argument.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counts as a word?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tokenizers shatter the same sentence differently: "don't" becomes one chip, two, or three.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never see words. They see tokens, and the split is a design decision.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hand-count argument about run/running is the same decision, made with highlighters. A stemmer makes it by rule (and produces "beauti"); a lemmatizer makes it by dictionary (and reads "was" as a noun unless told otherwise).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Zipf's law: rank words by frequency and every corpus gives the same curve. The head is the stop list; the tail is too rare to count.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tf-idf: down-weight what is common everywhere. "Common here, rare overall" is what characterizes a text.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N-grams: counting phrases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bigram is two words in a row. Week 1 counted one corpus's pairs; this week counts pairs across three communities, and each subreddit's top bigrams are already a fingerprint.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Books n-grams are this method at civilizational scale: 500 billion words, one JSON request per query. Bollen et al. is an n-gram study.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Longer n-grams buy context and pay in sparsity: the top word appears hundreds of times, the top pair dozens, the top triple six.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"My love" is a different fact than "my" plus "love": pairs keep a sliver of the order the bag throws away.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statistics of counts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 one: look at the distribution before the mean. Count data is skewed: most r/gardening comments mention plants zero or one time, a few mention many. Mean and median disagree, and the mean alone misleads.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 two: divide by a denominator. Communities differ in how much they write, so raw totals mislead. Rates per 1,000 words: "water" is 3.9 in r/gardening and 0.1 elsewhere; "feel" is 1.8 in r/relationship_advice.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 three: standardize. A z-score rescales any number as distance from typical in units of spread: a comment with three plant mentions sits at z = +4.7, its 73-word length at +1.2. Unlike scales become comparable. Lemmatization is the same idea for word forms; the shuffle test is the same idea for gaps.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 four: a gap between rates can still be luck. That is the shuffle test's question, and it closes the session.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difference can be real and still small; a big difference can be an artifact of the denominator. Say which you have.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Clustering: three communities, separable from counts alone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360 Reddit comments from r/buildapc, r/gardening, and r/relationship_advice, streamed live (analyze-only: counts and findings are published, the text and usernames never are). k-means gets no labels.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00990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291846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counts: one blob, the everywhere-words dominate. tf-idf: better, still smeared. tf-idf compressed to 60 dimensions: about six comments in seven land with their community.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68808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59664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algorithm never changed; the representation did. Same data, same k-means, three answers, which previews Week 5's whole move: replace word columns with learned dimensions.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27482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stragglers: a gardening comment about a partner sorts with relationship_advice. The cluster found vocabulary; vocabulary mostly tracks community. Name what separated before you claim it.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04444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495300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hard version, in the go-further: r/sandiego against r/SanDiegan, one city, two communities. Clustering barely beats a coin flip, and even Week 3's supervised classifier reaches only about 60 percent. Topic is easy; community-within-topic is hard.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40080" y="572262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Text 14"/>
          <p:cNvSpPr/>
          <p:nvPr/>
        </p:nvSpPr>
        <p:spPr>
          <a:xfrm>
            <a:off x="1097280" y="563118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same move for pictures: twenty Met paintings counted into 27 color buckets, k-means, no labels. Portraits sort from landscapes three in four, and the stragglers (a brown winter landscape counts like a portrait) are the discussion.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counting fails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Negation: "I am not happy" adds one to the happy count. Bigrams catch a little of this; most context is invisible to a counter.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stemmer is rules without a dictionary: universal, university, and universe all become "univers".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lemmatizer needs the part of speech: "saw" is a tool as a noun and the past of see as a verb; told nothing, it guesses.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Polysemy: "sick beat" and "sick child" add to the same count. A word type is not a meaning. Week 5's embeddings exist for these holes, and bring their own.</a:t>
            </a:r>
            <a:endParaRPr lang="en-US" sz="16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Keyness: what makes a voice distinctive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word: how much likelier is it in corpus A than corpus B? A log-odds ratio, smoothed so rare words don't explode.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Strongly positive = distinctively A. Strongly negative = distinctively B. The middle is shared language.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Giggles, He Gallops is exactly this method: verbs after "she" vs. "he" in 2,000 screenplays. Women snuggle, giggle, squeal; men gallop, strap, shoot.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 the log-odds by their variance (Monroe et al.'s Fightin' Words) and the lists change character: topic words sink, register surfaces. r/buildapc's strongest markers become you/your (an advice room), r/gardening's i/we/them (a stories room).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 pair is a choice: this artist against pop, this subreddit against a novel. Different pair, different "distinctive."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shuffle test: is the gap real?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question: could randomly dealt labels produce a gap this large?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the labels, recount, 1,000 times. Mark where the real gap lands in that pile.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 rarely matches it: a finding. Chance matches it often: a coincidence.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says "probably not chance." It never says "big enough to matter." Effect size is your argument to make.</a:t>
            </a:r>
            <a:endParaRPr lang="en-US" sz="16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counting: baselines, keyness, and the shuffle test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Warm-up: favorite Pudding pieces from the sketch, what did yours count, and one choice its makers made. Then retrieval.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20824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20824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02536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trial: claim, objection, re-run-without-fiction rebuttal, "interpret with care." One named choice is the chart: the hockey-stick shape depends on its y-axis and smoothing. The notebook pulls the paper's own phrases live from Google Books and probes the fiction objection with fiction-marker phrases.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468880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468880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450592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brief demonstration before the complications: the words one artist uses far more than everyone else, a signature vocabulary measured against a pop baseline.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2916936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916936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0:30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2898648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Hand-built bag-of-words: two communities, highlighters, argue about merging run/running. Counting requires defining.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364992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364992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346704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word? Paste a sentence into two tokenizer playgrounds and watch it shatter differently. Models see tokens, not words. Then the standard tools for the run/running decision: NLTK stemming and lemmatization, a real stop list, and Zipf's law, the curve that explains why stop lists exist.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813048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813048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3794760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261104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261104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242816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N-grams and statistics, hands-on: bigrams across three corpora, distributions and mean-versus-median on real counts, rates per 1,000 words, z-scores as the common scale. Then tf-idf at two scales, single comments as documents and twelve whole subreddits as documents, each community sight-read from its distinctive words (cpu and coolers, roth and rates, puts and bears), and k-means on 360 live Reddit comments from three subreddits: raw counts give a blob, tf-idf plus 60 dimensions sorts six in seven comments with their community. The representation, not the algorithm, does the work. Closer: the same k-means on twenty Met paintings counted into 27 color buckets sorts portraits from landscapes, three in four.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709160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4709160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4690872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Keyness, the She Giggles, He Gallops move: a log-odds ratio between two corpora finds the words one voice uses far more than a baseline, exactly the method behind Week 1's featured piece. The corpus pair is a choice too: artist vs. pop, lyrics vs. subreddit vs. novel.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157216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157216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1:42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138928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difference real? The shuffle test: shuffle the labels and recount, one thousand times. If chance alone frequently produces a gap this large, the difference should not be trusted; if it almost never does, the finding stands. A difference can be real and still small.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5605272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5605272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691640" y="5586984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Wolfram, What Is ChatGPT Doing (opening sections only)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Zipf's law, the straight line in every text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Grimmer &amp;amp; Stewart, Text as Data (2013), §1–4: all quantitative models of language are wrong, but some are useful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something in a text you care about; one chart; one sentence naming a choice. If the count compares two things, shuffle-test the gap.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why two tokenizers split a sentence differently, and what your stemming choice changed. (Competencies 3, 5.)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Beyond counting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is the simplest tool and has no notion of meaning. Week 5 addresses that limit.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count is a choice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Tokens, stemming, the corpus, the chart's axis, each hides a decision you made.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the difference real?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the labels and count again, one thousand times; if chance often matches your gap, do not trust it.</a:t>
            </a:r>
            <a:endParaRPr lang="en-US" sz="14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why two tokenizers split a sentence differently, and what your stemming choice changed. (Competencies 3,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295847" y="5368090"/>
            <a:ext cx="79937" cy="799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1348430" y="5402430"/>
            <a:ext cx="71327" cy="7132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759326" y="5722309"/>
            <a:ext cx="97642" cy="976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155655" y="5314266"/>
            <a:ext cx="72014" cy="7201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1043898" y="4902202"/>
            <a:ext cx="72167" cy="72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930534" y="5210016"/>
            <a:ext cx="66097" cy="66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882363" y="5224248"/>
            <a:ext cx="76664" cy="7666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9405866" y="5668799"/>
            <a:ext cx="71864" cy="7186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28162" y="5530208"/>
            <a:ext cx="74557" cy="7455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1555732" y="5532375"/>
            <a:ext cx="52740" cy="527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634734" y="4661840"/>
            <a:ext cx="84135" cy="84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552610" y="5379864"/>
            <a:ext cx="81875" cy="8187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0255520" y="4935626"/>
            <a:ext cx="68820" cy="6882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810262" y="5790387"/>
            <a:ext cx="67830" cy="67830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2026-07-12T23:02:25Z</dcterms:created>
  <dcterms:modified xsi:type="dcterms:W3CDTF">2026-07-12T23:02:25Z</dcterms:modified>
</cp:coreProperties>
</file>