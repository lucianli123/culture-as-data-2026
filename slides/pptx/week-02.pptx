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as points: the idea of a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document's counts are a list of numbers, and a list of numbers is a coordinate. One axis per word, and every document becomes a point; the corpus becomes a cloud. In that space, near means similar vocabulary.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only size that fits on a slide: a two-word space. Gardening comments live along the plant axis, buildapc along the cpu axis, relationship_advice at the origin, where neither word is its vocabulary.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space has one axis per vocabulary word, about five thousand. Unpicturable, but the arithmetic is identical. Clustering finds neighborhoods in the cloud; PCA is a camera angle that flattens it to two axes for viewing.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are this exact move with learned axes: near comes to mean similar meaning instead of shared vocabulary. Whenever you read "embedding": a placement of things into a space where distance is designed to mean something.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four comments in five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lab, one case throughout: tf-idf sight-reads twelve communities, keyness finds elevated words (topic and register), z-scores and the shuffle test arrive with worked examples and YOUR-TURN blanks, the Bollen trial's evidence runs live from Google Books, and the session lands on the replication: absolutist-language rates by year in one community held fixed, trend put on trial against shuffled years. Each pair then reruns it on a community they know and brings the plot back: ten plots is a classroom replication study. Clustering, n-grams, Zipf, stemming, the paintings, and the elevated-words game live in the appendix.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Daniels, The Largest Vocabulary in Hip Hop (The Pudding): 150 rappers ranked by unique words, token analysis exactly as in today's session, caveats and all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curious, the field's own version of today's trial: Underwood, Textual Distances (2018) vs. Da, The Computational Case (2019), with the free forum where the field argues 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2026-07-18T20:06:52Z</dcterms:created>
  <dcterms:modified xsi:type="dcterms:W3CDTF">2026-07-18T20:06:52Z</dcterms:modified>
</cp:coreProperties>
</file>