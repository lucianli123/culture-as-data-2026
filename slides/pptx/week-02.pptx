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 Is the Difference Real?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 runs the trial live: the Ngram Viewer's JSON endpoint returns the paper's own data. "I am a failure" hockey-sticks in the mixed corpus and sits roughly flat inside fiction; "she whispered" hockey-sticks too. The evidence cuts both ways, which is why it is a trial.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 A stemmer makes it by rule: r/gardening's own garden, gardener, gardening, and gardens all collapse to one stem, person lumped with activity. A lemmatizer consults a dictionary, but must be told the part of speech.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law: rank words by frequency and every corpus gives the same curve. The head is the stop list; the tail is too rare to count.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N-grams: counting phrases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bigram is two words in a row. Week 1 counted one corpus's pairs; this week counts pairs across three communities, and each subreddit's top bigrams are already a fingerprint.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Books n-grams are this method at civilizational scale: 500 billion words, one JSON request per query. Bollen et al. is an n-gram study.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n-grams buy context and pay in sparsity: the top word appears hundreds of times, the top pair dozens, the top triple six.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 love" is a different fact than "my" plus "love": pairs keep a sliver of the order the bag throws away.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statistics of counts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one: look at the distribution before the mean. Count data is skewed: most r/gardening comments mention plants zero or one time, a few mention many. Mean and median disagree, and the mean alone misleads.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two: divide by a denominator. Communities differ in how much they write, so raw totals mislead. Rates per 1,000 words: "water" is 3.9 in r/gardening and 0.1 elsewhere; "feel" is 1.8 in r/relationship_advice.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three: standardize. A z-score rescales any number as distance from typical in units of spread: a comment with three plant mentions sits at z = +4.7, its 73-word length at +1.2. Unlike scales become comparable. Lemmatization is the same idea for word forms; the shuffle test is the same idea for gaps.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four: a gap between rates can still be luck. That is the shuffle test's question, and it closes the session.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can be real and still small; a big difference can be an artifact of the denominator. Say which you have.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Documents as points: the idea of a space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document's counts are a list of numbers, and a list of numbers is a coordinate. One axis per word, and every document becomes a point; the corpus becomes a cloud. In that space, near means similar vocabulary.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in the only size that fits on a slide: a two-word space. Gardening comments live along the plant axis, buildapc along the cpu axis, relationship_advice at the origin, where neither word is its vocabulary.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space has one axis per vocabulary word, about five thousand. Unpicturable, but the arithmetic is identical. Clustering finds neighborhoods in the cloud; PCA is a camera angle that flattens it to two axes for viewing.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5's embeddings are this exact move with learned axes: near comes to mean similar meaning instead of shared vocabulary. Whenever you read "embedding": a placement of things into a space where distance is designed to mean something.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Clustering: three communities, separable from counts alone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 Reddit comments from r/buildapc, r/gardening, and r/relationship_advice, streamed live (analyze-only: counts and findings are published, the text and usernames never are). k-means gets no labels.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00990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91846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counts: one blob, the everywhere-words dominate. tf-idf: better, still smeared. tf-idf compressed to 60 dimensions: about four comments in five land with their community.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68808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59664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never changed; the representation did. Same data, same k-means, three answers, which previews Week 5's whole move: replace word columns with learned dimensions.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27482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stragglers: a gardening comment about a partner sorts with relationship_advice. The cluster found vocabulary; vocabulary mostly tracks community. Name what separated before you claim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04444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495300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version, in the go-further: r/sandiego against r/SanDiegan, one city, two communities. Clustering barely beats a coin flip, and even Week 3's supervised classifier reaches only about 60 percent. Topic is easy; community-within-topic is hard.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572262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56311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same move for pictures: twenty Met paintings counted into 27 color buckets, k-means, no labels. Portraits sort from landscapes three in four, and the stragglers (a brown winter landscape counts like a portrait) are the discussion.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fool yourself with significance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Selection: we shuffle-tested our top keyness word and got p = 0. Of course: we picked it BECAUSE its gap was the most extreme of 1,500. State the hypothesis before looking, then test exactly that.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Multiplicity: split one community's comments randomly in half and keyness still produces a convincing "distinctive vocabulary": pure noise. Test 1,500 words at p &lt; .05 and ~75 pass by luck. Bollen et al. counted 241 phrases. Defenses: correct the threshold, pre-register, or check winners on held-out data.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"significant" answers "is it chance?", never "does it matter?" With enough comments a microscopic gap passes. Report the effect and the p, both: "3.3 per 1,000 words more (p &lt; .001)".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bootstrap closes the loop: resample your own comments 1,000 times for a confidence interval. The shuffle test asks "could it be zero?"; the bootstrap asks "what sizes are believable?" A publishable finding survives both.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counting fails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Negation: "I am not happy" adds one to the happy count. Bigrams catch a little of this; most context is invisible to a counter.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stemmer is rules without a dictionary: universal, university, and universe all become "univers".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lemmatizer needs the part of speech: "saw" is a tool as a noun and the past of see as a verb; told nothing, it guesses.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Polysemy: "sick beat" and "sick child" add to the same count. A word type is not a meaning. Week 5's embeddings exist for these holes, and bring their own.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 the log-odds by their variance (Monroe et al.'s Fightin' Words) and the lists change character: topic words sink, register surfaces. r/buildapc's strongest markers become you/your (an advice room), r/gardening's i/we/them (a stories room).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 The fraction of shuffles that match it is the p-value, the number inside every "p &lt; .05" you will ever read.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 Pre-registered in the notebook: "gardeners say water more" (gap +3.3 per 1,000 words, p &lt; .001); "money" between buildapc and advice fails (p = .17) and even flips sign between pulls.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favorite Pudding pieces from the sketch, what did yours count, and one choice its makers made. Then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 The notebook pulls the paper's own phrases live from Google Books and probes the fiction objection with fiction-marker phrases.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communities,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 Then the standard tools for the run/running decision: NLTK stemming and lemmatization, a real stop list, and Zipf's law, the curve that explains why stop lists exist.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lab, one case throughout: vectorization turns comments into rows of numbers and the corpus into a cloud of points, tf-idf sight-reads twelve communities, keyness finds elevated words (topic and register), z-scores and the shuffle test arrive with worked examples and YOUR-TURN blanks, the Bollen trial's evidence runs live from Google Books, and the session lands on the replication: absolutist-language rates by year in one community held fixed, trend put on trial against shuffled years. Each pair then reruns it on a community they know and brings the plot back: ten plots is a classroom replication study. Clustering, n-grams, Zipf, stemming, the paintings, and the elevated-words game live in the appendix.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 names the p-value, then the three traps: selection (testing the word you picked for its extremity), multiplicity (random halves of one community yield a convincing fake vocabulary; ~75 of 1,500 words pass by luck), and size (significant is not big; report effect and p together, with a bootstrap interval for the size).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 Daniels, The Largest Vocabulary in Hip Hop (The Pudding): 150 rappers ranked by unique words, token analysis exactly as in today's session, caveats and all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curious, the field's own version of today's trial: Underwood, Textual Distances (2018) vs. Da, The Computational Case (2019), with the free forum where the field argues back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2026-07-18T20:50:35Z</dcterms:created>
  <dcterms:modified xsi:type="dcterms:W3CDTF">2026-07-18T20:50:35Z</dcterms:modified>
</cp:coreProperties>
</file>