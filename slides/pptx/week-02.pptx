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what do the counts separate?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k-means the 314 documents as tf-idf vectors and ask for three piles, no labels. It returns: novels in one pile, sonnets split across two.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the loudest differences, verse against prose and a divide inside the sonnets, not the three books you had in mind. Clustering answers its own question.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ablation: on raw counts, k-means returns one giant blob. The everywhere-words dominate the geometry; tf-idf is what makes the space navigable.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Novels only, two piles: about three in four paragraphs sort by author. Real signal, not a clean one. Name what separated before you claim it.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("common here, rare overall") and k-means clustering: the counts separate verse from prose and split the sonnets in two, a lesson in what clustering actually answers.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2026-07-12T19:26:09Z</dcterms:created>
  <dcterms:modified xsi:type="dcterms:W3CDTF">2026-07-12T19:26:09Z</dcterms:modified>
</cp:coreProperties>
</file>