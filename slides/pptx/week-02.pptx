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 Is Already a Model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famous PNAS paper on trial, find the words that make a voice distinctive (the method behind Week 1's featured study), and learn the one statistical method the course requires: the shuffle test, which checks whether a difference is real.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Advanced counting: baselines, keyness, and the shuffle test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60233" y="1936643"/>
            <a:ext cx="67312" cy="673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60605" y="1635845"/>
            <a:ext cx="49135" cy="49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340027" y="2296225"/>
            <a:ext cx="68931" cy="689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84699" y="1166963"/>
            <a:ext cx="94696" cy="946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37621" y="709320"/>
            <a:ext cx="94425" cy="944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2193" y="1647195"/>
            <a:ext cx="90980" cy="9098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37815" y="1229768"/>
            <a:ext cx="52356" cy="523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4287" y="1918300"/>
            <a:ext cx="56277" cy="5627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284609" y="961970"/>
            <a:ext cx="70739" cy="7073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5380" y="822038"/>
            <a:ext cx="63737" cy="637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2802" y="2222405"/>
            <a:ext cx="58133" cy="5813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56674" y="674890"/>
            <a:ext cx="76786" cy="7678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29996" y="2115473"/>
            <a:ext cx="87692" cy="876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82568" y="2055975"/>
            <a:ext cx="58846" cy="5884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57390" y="1220295"/>
            <a:ext cx="67974" cy="679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97462" y="2069693"/>
            <a:ext cx="83071" cy="83071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Bollen/Schmidt trial: a hockey stick of societal distress, found by counting.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rising words are fiction-words, and Google scanned more fiction after 2000. The rebuttal, and the method worth adopting: the authors removed the entire fiction corpus and re-ran it, and the pattern largely held. The answer to "your corpus is biased" is a test, not an argument.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trial: Bollen et al. v. Schmidt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(PNAS 2021): phrases of distorted thinking ("I am a failure," "everyone hates me") surge in Google Books after 2000. A hockey stick.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objection: Google scanned more fiction after 2000. Maybe the surge is novels, not distress.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rebuttal: the authors deleted the entire fiction corpus and re-ran the analysis. The pattern largely held.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worth adopting: answer "your corpus is biased" with a test rather than an argument.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 word?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tokenizers shatter the same sentence differently: "don't" becomes one chip, two, or three.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never see words. They see tokens, and the split is a design decision.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hand-count argument about run/running is the same decision, made with highlighters.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down-weight what is common everywhere. "Common here, rare overall" is what characterizes a text.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bag throws away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bag-of-words keeps the vocabulary and discards the order: "the critics loved it, the public did not" and "the public loved it, the critics did not" are the same bag.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goes with it: "not good, actually bad" and "not bad, actually good" count identically.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bag-of-pixels loses the same way: a portrait and its shuffled pixels share the average color, the brightness, and the histogram. Composition is to images what word order is to sentences.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count this week carries that loss. It is a trade made for scale, and naming it is part of the method.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5's embeddings exist to recover some of what the bag cannot hold: words represented by the company they keep.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Keyness: what makes a voice distinctive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word: how much likelier is it in corpus A than corpus B? A log-odds ratio, smoothed so rare words don't explode.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positive = distinctively A. Strongly negative = distinctively B. The middle is shared language.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exactly this method: verbs after "she" vs. "he" in 2,000 screenplays. Women snuggle, giggle, squeal; men gallop, strap, shoot.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pair is a choice: this artist against pop, this subreddit against a novel. Different pair, different "distinctive."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shuffle test: is the gap real?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question: could randomly dealt labels produce a gap this large?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labels, recount, 1,000 times. Mark where the real gap lands in that pile.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rarely matches it: a finding. Chance matches it often: a coincidence.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"probably not chance." It never says "big enough to matter." Effect size is your argument to make.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counting: baselines, keyness, and the shuffle test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retrieval.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2082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2082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0253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trial: claim, objection, re-run-without-fiction rebuttal, "interpret with care." One named choice is the chart: the hockey-stick shape depends on its y-axis and smoothing.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45059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demonstration before the complications: the words one artist uses far more than everyone else, a signature vocabulary measured against a pop baseline.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91693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1693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289864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bag-of-words: two authors, highlighters, argue about merging run/running. Counting requires defining. Close with the loss demonstration: two sentences with identical bags and opposite meanings, and a picture beside its shuffled pixels, so the trade the bag makes is on the table before anything scales up.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6499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34670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word? Paste a sentence into two tokenizer playgrounds and watch it shatter differently. Models see tokens, not words.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1304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81304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379476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26110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24281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the AI scales your hand count; stop-words dominate, which motivates "common here, rare overall."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0916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70916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469087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Keyness, the She Giggles, He Gallops move: a log-odds ratio between two corpora finds the words one voice uses far more than a baseline, exactly the method behind Week 1's featured piece. The corpus pair is a choice too: artist vs. pop, lyrics vs. subreddit vs. novel.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15721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15721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13892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difference real? The shuffle test: shuffle the labels and recount, one thousand times. If chance alone frequently produces a gap this large, the difference should not be trusted; if it almost never does, the finding stands. A difference can be real and still small.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60527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60527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691640" y="558698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Wolfram, What Is ChatGPT Doing (opening sections only)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law, the straight line in every text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Grimmer &amp;amp; Stewart, Text as Data (2013), §1–4: all quantitative models of language are wrong, but some are useful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something in a text you care about; one chart; one sentence naming a choice. If the count compares two things, shuffle-test the gap.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why two tokenizers split a sentence differently, and what your stemming choice changed. (Competencies 3, 5.)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counting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is the simplest tool and has no notion of meaning. Week 5 addresses that limit.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count is a choice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stemming, the corpus, the chart's axis, each hides a decision you made.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difference real?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 and count again, one thousand times; if chance often matches your gap, do not trust it.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why two tokenizers split a sentence differently, and what your stemming choice changed. (Competencies 3,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295847" y="5368090"/>
            <a:ext cx="79937" cy="799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1348430" y="5402430"/>
            <a:ext cx="71327" cy="713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759326" y="5722309"/>
            <a:ext cx="97642" cy="976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5655" y="5314266"/>
            <a:ext cx="72014" cy="7201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1043898" y="4902202"/>
            <a:ext cx="72167" cy="72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930534" y="5210016"/>
            <a:ext cx="66097" cy="66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82363" y="5224248"/>
            <a:ext cx="76664" cy="7666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405866" y="5668799"/>
            <a:ext cx="71864" cy="7186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28162" y="5530208"/>
            <a:ext cx="74557" cy="7455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55732" y="5532375"/>
            <a:ext cx="52740" cy="527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34734" y="4661840"/>
            <a:ext cx="84135" cy="84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52610" y="5379864"/>
            <a:ext cx="81875" cy="818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55520" y="4935626"/>
            <a:ext cx="68820" cy="688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810262" y="5790387"/>
            <a:ext cx="67830" cy="67830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2026-07-08T04:21:15Z</dcterms:created>
  <dcterms:modified xsi:type="dcterms:W3CDTF">2026-07-08T04:21:15Z</dcterms:modified>
</cp:coreProperties>
</file>