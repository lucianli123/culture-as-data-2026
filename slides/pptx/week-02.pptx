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four comments in five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focused lab: tf-idf at two scales (single comments, then twelve whole subreddits sight-read from their distinctive words), keyness raw and standardized (elevated words: topic and register), and the shuffle test with its traps (selection, multiplicity, effect size). Closer, together: the room picks a pair of communities, everyone predicts the elevated words, one call scores the room, the favorite word goes on trial, and a final call maps the pair as two clouds. N-grams, Zipf, stemming, statistics habits, clustering, the paintings, and a She Giggles replication on Reddit live in the notebook's appendix as after-class and project tools.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2026-07-18T19:50:32Z</dcterms:created>
  <dcterms:modified xsi:type="dcterms:W3CDTF">2026-07-18T19:50:32Z</dcterms:modified>
</cp:coreProperties>
</file>