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four comments in five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lab, one case throughout: vectorization turns comments into rows of numbers and the corpus into a cloud of points, tf-idf sight-reads twelve communities, keyness finds elevated words (topic and register), z-scores and the shuffle test arrive with worked examples and YOUR-TURN blanks, the Bollen trial's evidence runs live from Google Books, and the session lands on the replication: absolutist-language rates by year in one community held fixed, trend put on trial against shuffled years. Each pair then reruns it on a community they know and brings the plot back: ten plots is a classroom replication study. Clustering, n-grams, Zipf, stemming, the paintings, and the elevated-words game live in the appendix.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2026-07-18T21:30:23Z</dcterms:created>
  <dcterms:modified xsi:type="dcterms:W3CDTF">2026-07-18T21:30:23Z</dcterms:modified>
</cp:coreProperties>
</file>