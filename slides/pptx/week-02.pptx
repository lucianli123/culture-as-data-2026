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 (and produces "beauti"); a lemmatizer makes it by dictionary (and reads "was" as a noun unless told otherwise).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2026-07-11T18:53:33Z</dcterms:created>
  <dcterms:modified xsi:type="dcterms:W3CDTF">2026-07-11T18:53:33Z</dcterms:modified>
</cp:coreProperties>
</file>