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ritings.stephenwolfram.com/2023/02/what-is-chatgpt-doing-and-why-does-it-work/" TargetMode="External" /><Relationship Id="rId3" Type="http://schemas.openxmlformats.org/officeDocument/2006/relationships/hyperlink" Target="https://en.wikipedia.org/wiki/Zipf%27s_law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2:</a:t>
            </a:r>
            <a:r>
              <a:rPr/>
              <a:t> </a:t>
            </a:r>
            <a:r>
              <a:rPr/>
              <a:t>Counting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Already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2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Counting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Already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Put a famous PNAS paper on trial, build a word-counter by hand, watch the same sentence get counted three ways, and count an image too.</a:t>
            </a:r>
          </a:p>
          <a:p>
            <a:pPr lvl="0" marL="0" indent="0">
              <a:buNone/>
            </a:pPr>
            <a:r>
              <a:rPr i="1"/>
              <a:t>Tool / method: Counting, and every count hides a choice · Competencies: 3, 5,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Bollen/Schmidt trial: a hockey stick of societal distress, found by counting.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rising words are fiction-words, and Google scanned more fiction after 2000. The rebuttal and the move to steal: the authors removed the entire fiction corpus and re-ran it, and the pattern largely held. The answer to “your corpus is biased” is a test, not an argument.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Counting, and every count hides a choice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Warm-up retrieval.</a:t>
            </a:r>
          </a:p>
          <a:p>
            <a:pPr lvl="1"/>
            <a:r>
              <a:rPr b="1"/>
              <a:t>0:05</a:t>
            </a:r>
            <a:r>
              <a:rPr/>
              <a:t> The trial: claim, objection, re-run-without-fiction rebuttal, “interpret with care.” One named choice is the chart: the hockey-stick shape depends on its y-axis and smoothing.</a:t>
            </a:r>
          </a:p>
          <a:p>
            <a:pPr lvl="1"/>
            <a:r>
              <a:rPr b="1"/>
              <a:t>0:25</a:t>
            </a:r>
            <a:r>
              <a:rPr/>
              <a:t> Delight beat: an artist’s signature vocabulary, the words they use far more than a pop baseline. No caveats.</a:t>
            </a:r>
          </a:p>
          <a:p>
            <a:pPr lvl="1"/>
            <a:r>
              <a:rPr b="1"/>
              <a:t>0:30</a:t>
            </a:r>
            <a:r>
              <a:rPr/>
              <a:t> Hand-built bag-of-words: two authors, highlighters, argue about merging run/running. Counting requires defining.</a:t>
            </a:r>
          </a:p>
          <a:p>
            <a:pPr lvl="1"/>
            <a:r>
              <a:rPr b="1"/>
              <a:t>0:55</a:t>
            </a:r>
            <a:r>
              <a:rPr/>
              <a:t> What counts as a word? Paste a sentence into two tokenizer playgrounds and watch it shatter differently. Models see tokens, not words.</a:t>
            </a:r>
          </a:p>
          <a:p>
            <a:pPr lvl="1"/>
            <a:r>
              <a:rPr b="1"/>
              <a:t>1:05</a:t>
            </a:r>
            <a:r>
              <a:rPr/>
              <a:t> Break</a:t>
            </a:r>
          </a:p>
          <a:p>
            <a:pPr lvl="1"/>
            <a:r>
              <a:rPr b="1"/>
              <a:t>1:15</a:t>
            </a:r>
            <a:r>
              <a:rPr/>
              <a:t> tf-idf: the AI scales your hand count; stop-words dominate, which motivates “common here, rare overall.”</a:t>
            </a:r>
          </a:p>
          <a:p>
            <a:pPr lvl="1"/>
            <a:r>
              <a:rPr b="1"/>
              <a:t>1:30</a:t>
            </a:r>
            <a:r>
              <a:rPr/>
              <a:t> Cross-corpus counting: the same counter on a lyrics slice, a subreddit, and a novel. The corpus choice changes what “common” means.</a:t>
            </a:r>
          </a:p>
          <a:p>
            <a:pPr lvl="1"/>
            <a:r>
              <a:rPr b="1"/>
              <a:t>1:45</a:t>
            </a:r>
            <a:r>
              <a:rPr/>
              <a:t> Counting images: average color, a brightness histogram, a “darkest album cover” ranking. What you choose to count is the same kind of decision as stop-words.</a:t>
            </a:r>
          </a:p>
          <a:p>
            <a:pPr lvl="1"/>
            <a:r>
              <a:rPr b="1"/>
              <a:t>1:50</a:t>
            </a:r>
            <a:r>
              <a:rPr/>
              <a:t> Gemini-free check and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</a:t>
            </a:r>
            <a:r>
              <a:rPr>
                <a:hlinkClick r:id="rId2"/>
              </a:rPr>
              <a:t>Wolfram, What Is ChatGPT Doing</a:t>
            </a:r>
            <a:r>
              <a:rPr/>
              <a:t> (opening sections only)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3"/>
              </a:rPr>
              <a:t>Zipf’s law</a:t>
            </a:r>
            <a:r>
              <a:rPr/>
              <a:t>, the straight line in every text</a:t>
            </a:r>
          </a:p>
          <a:p>
            <a:pPr lvl="1"/>
            <a:r>
              <a:rPr b="1"/>
              <a:t>Sketch:</a:t>
            </a:r>
            <a:r>
              <a:rPr/>
              <a:t> Count something in a text you love; one chart; one sentence naming a choice you made.</a:t>
            </a:r>
          </a:p>
          <a:p>
            <a:pPr lvl="1"/>
            <a:r>
              <a:rPr b="1"/>
              <a:t>Check (AI closed):</a:t>
            </a:r>
            <a:r>
              <a:rPr/>
              <a:t> Explain it: why two tokenizers split a sentence differently, and what your stemming choice changed. (Competencies 3, 5.)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2: Counting Is Already a Model</dc:title>
  <dc:creator/>
  <cp:keywords/>
  <dcterms:created xsi:type="dcterms:W3CDTF">2026-06-29T04:14:02Z</dcterms:created>
  <dcterms:modified xsi:type="dcterms:W3CDTF">2026-06-29T04:14:02Z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