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at two scales, sonnets as documents and Dracula's 27 chapters as documents (the plot skimmed from each chapter's distinctive words; the cast's arcs counted chapter by chapter),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2026-07-12T21:37:36Z</dcterms:created>
  <dcterms:modified xsi:type="dcterms:W3CDTF">2026-07-12T21:37:36Z</dcterms:modified>
</cp:coreProperties>
</file>