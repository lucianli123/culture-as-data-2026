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then the idea of a space made explicit (documents as points, one axis per word, a two-word space drawn), and k-means on the live comments: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2026-07-13T03:17:10Z</dcterms:created>
  <dcterms:modified xsi:type="dcterms:W3CDTF">2026-07-13T03:17:10Z</dcterms:modified>
</cp:coreProperties>
</file>