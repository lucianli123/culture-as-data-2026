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build a word-counter by hand, watch the same sentence get counted three ways, and count an image too.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Counting, and every count hides a choice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 and the move to steal: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Counting, and every count hides a choice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an artist's signature vocabulary, the words they use far more than a pop baseline. No caveats.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Cross-corpus counting: the same counter on a lyrics slice, a subreddit, and a novel. The corpus choice changes what "common" means.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images: average color, a brightness histogram, a "darkest album cover" ranking. What you choose to count is the same kind of decision as stop-words.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love; one chart; one sentence naming a choice you made.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