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a gap between rates can still be luck. That is the shuffle test's question, and it closes the session.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words. Then tf-idf at two scales, single comments as documents and twelve whole subreddits as documents, each community sight-read from its distinctive words (cpu and coolers, roth and rates, puts and bears), and k-means on 360 live Reddit comments from three subreddits: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2026-07-12T22:38:05Z</dcterms:created>
  <dcterms:modified xsi:type="dcterms:W3CDTF">2026-07-12T22:38:05Z</dcterms:modified>
</cp:coreProperties>
</file>