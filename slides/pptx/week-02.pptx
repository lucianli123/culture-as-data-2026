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Counting, Compared: Is the Difference Real?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a famous PNAS paper on trial, find the words that make a voice distinctive (the method behind Week 1's featured study), and learn the one statistical method the course requires: the shuffle test, which checks whether a difference is real.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Advanced counting: baselines, keyness, and the shuffle test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860233" y="1936643"/>
            <a:ext cx="67312" cy="6731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860605" y="1635845"/>
            <a:ext cx="49135" cy="4913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9340027" y="2296225"/>
            <a:ext cx="68931" cy="6893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9184699" y="1166963"/>
            <a:ext cx="94696" cy="9469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537621" y="709320"/>
            <a:ext cx="94425" cy="9442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9312193" y="1647195"/>
            <a:ext cx="90980" cy="9098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9137815" y="1229768"/>
            <a:ext cx="52356" cy="523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9414287" y="1918300"/>
            <a:ext cx="56277" cy="5627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1284609" y="961970"/>
            <a:ext cx="70739" cy="70739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405380" y="822038"/>
            <a:ext cx="63737" cy="6373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0662802" y="2222405"/>
            <a:ext cx="58133" cy="5813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0456674" y="674890"/>
            <a:ext cx="76786" cy="7678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929996" y="2115473"/>
            <a:ext cx="87692" cy="8769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0482568" y="2055975"/>
            <a:ext cx="58846" cy="5884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0257390" y="1220295"/>
            <a:ext cx="67974" cy="6797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1397462" y="2069693"/>
            <a:ext cx="83071" cy="83071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Bollen/Schmidt trial: a hockey stick of societal distress, found by counting.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rising words are fiction-words, and Google scanned more fiction after 2000. The rebuttal, and the method worth adopting: the authors removed the entire fiction corpus and re-ran it, and the pattern largely held. The answer to "your corpus is biased" is a test, not an argument.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trial: Bollen et al. v. Schmidt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claim (PNAS 2021): phrases of distorted thinking ("I am a failure," "everyone hates me") surge in Google Books after 2000. A hockey stick.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objection: Google scanned more fiction after 2000. Maybe the surge is novels, not distress.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rebuttal: the authors deleted the entire fiction corpus and re-ran the analysis. The pattern largely held.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method worth adopting: answer "your corpus is biased" with a test rather than an argument.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counts as a word?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tokenizers shatter the same sentence differently: "don't" becomes one chip, two, or three.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145536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054096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never see words. They see tokens, and the split is a design decision.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959352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867912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hand-count argument about run/running is the same decision, made with highlighters. A stemmer makes it by rule (and produces "beauti"); a lemmatizer makes it by dictionary (and reads "was" as a noun unless told otherwise).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773168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4681728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Zipf's law: rank words by frequency and every corpus gives the same curve. The head is the stop list; the tail is too rare to count.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5586984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5495544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tf-idf: down-weight what is common everywhere. "Common here, rare overall" is what characterizes a text.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Keyness: what makes a voice distinctive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every word: how much likelier is it in corpus A than corpus B? A log-odds ratio, smoothed so rare words don't explode.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Strongly positive = distinctively A. Strongly negative = distinctively B. The middle is shared language.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Giggles, He Gallops is exactly this method: verbs after "she" vs. "he" in 2,000 screenplays. Women snuggle, giggle, squeal; men gallop, strap, shoot.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 pair is a choice: this artist against pop, this subreddit against a novel. Different pair, different "distinctive."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shuffle test: is the gap real?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question: could randomly dealt labels produce a gap this large?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 the labels, recount, 1,000 times. Mark where the real gap lands in that pile.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Chance rarely matches it: a finding. Chance matches it often: a coincidence.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says "probably not chance." It never says "big enough to matter." Effect size is your argument to make.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counting: baselines, keyness, and the shuffle test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Warm-up: favorite Pudding pieces from the sketch, what did yours count, and one choice its makers made. Then retrieval.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" y="2020824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020824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0:05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002536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trial: claim, objection, re-run-without-fiction rebuttal, "interpret with care." One named choice is the chart: the hockey-stick shape depends on its y-axis and smoothing.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468880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468880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0:25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450592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brief demonstration before the complications: the words one artist uses far more than everyone else, a signature vocabulary measured against a pop baseline.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2916936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916936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0:30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2898648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Hand-built bag-of-words: two authors, highlighters, argue about merging run/running. Counting requires defining.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364992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364992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346704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a word? Paste a sentence into two tokenizer playgrounds and watch it shatter differently. Models see tokens, not words. Then the standard tools for the run/running decision: NLTK stemming and lemmatization, a real stop list, and Zipf's law, the curve that explains why stop lists exist.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813048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3813048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1:05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3794760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4261104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261104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242816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tf-idf: the AI scales your hand count; stop-words dominate, which motivates "common here, rare overall."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709160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4709160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1:30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691640" y="4690872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Keyness, the She Giggles, He Gallops move: a log-odds ratio between two corpora finds the words one voice uses far more than a baseline, exactly the method behind Week 1's featured piece. The corpus pair is a choice too: artist vs. pop, lyrics vs. subreddit vs. novel.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5157216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5157216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1:42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691640" y="5138928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difference real? The shuffle test: shuffle the labels and recount, one thousand times. If chance alone frequently produces a gap this large, the difference should not be trusted; if it almost never does, the finding stands. A difference can be real and still small.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5605272"/>
            <a:ext cx="868680" cy="338328"/>
          </a:xfrm>
          <a:prstGeom prst="roundRect">
            <a:avLst>
              <a:gd name="adj" fmla="val 16216"/>
            </a:avLst>
          </a:prstGeom>
          <a:solidFill>
            <a:srgbClr val="7A3B2E"/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" y="5605272"/>
            <a:ext cx="868680" cy="3383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1:50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691640" y="5586984"/>
            <a:ext cx="9646920" cy="448056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Gemini-free check and check-out.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Wolfram, What Is ChatGPT Doing (opening sections only)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Zipf's law, the straight line in every text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Grimmer &amp;amp; Stewart, Text as Data (2013), §1–4: all quantitative models of language are wrong, but some are useful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something in a text you care about; one chart; one sentence naming a choice. If the count compares two things, shuffle-test the gap.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why two tokenizers split a sentence differently, and what your stemming choice changed. (Competencies 3, 5.)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Beyond counting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Counting is the simplest tool and has no notion of meaning. Week 5 addresses that limit.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count is a choice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Tokens, stemming, the corpus, the chart's axis, each hides a decision you made.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the difference real?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 the labels and count again, one thousand times; if chance often matches your gap, do not trust it.</a:t>
            </a:r>
            <a:endParaRPr lang="en-US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why two tokenizers split a sentence differently, and what your stemming choice changed. (Competencies 3, 5.)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295847" y="5368090"/>
            <a:ext cx="79937" cy="7993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1348430" y="5402430"/>
            <a:ext cx="71327" cy="7132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759326" y="5722309"/>
            <a:ext cx="97642" cy="9764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155655" y="5314266"/>
            <a:ext cx="72014" cy="7201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1043898" y="4902202"/>
            <a:ext cx="72167" cy="721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0930534" y="5210016"/>
            <a:ext cx="66097" cy="6609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882363" y="5224248"/>
            <a:ext cx="76664" cy="7666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9405866" y="5668799"/>
            <a:ext cx="71864" cy="7186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128162" y="5530208"/>
            <a:ext cx="74557" cy="7455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1555732" y="5532375"/>
            <a:ext cx="52740" cy="527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9634734" y="4661840"/>
            <a:ext cx="84135" cy="8413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552610" y="5379864"/>
            <a:ext cx="81875" cy="8187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0255520" y="4935626"/>
            <a:ext cx="68820" cy="6882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810262" y="5790387"/>
            <a:ext cx="67830" cy="67830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2026-07-11T16:55:24Z</dcterms:created>
  <dcterms:modified xsi:type="dcterms:W3CDTF">2026-07-11T16:55:24Z</dcterms:modified>
</cp:coreProperties>
</file>