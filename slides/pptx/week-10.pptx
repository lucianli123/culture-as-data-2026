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reception. Snacks. Music. Friends and family invited. Printed program with everyone's titles and URLs.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show,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