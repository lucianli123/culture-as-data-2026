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Showcase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90-minute public event followed by a reception, with friends and family invited. A printed program lists every project's title and URL.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method:  A public celebration; the two capstone assessments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16203" y="945049"/>
            <a:ext cx="93459" cy="93459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8" name="Shape 6"/>
          <p:cNvSpPr/>
          <p:nvPr/>
        </p:nvSpPr>
        <p:spPr>
          <a:xfrm>
            <a:off x="9893241" y="1791766"/>
            <a:ext cx="89167" cy="89167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9" name="Shape 7"/>
          <p:cNvSpPr/>
          <p:nvPr/>
        </p:nvSpPr>
        <p:spPr>
          <a:xfrm>
            <a:off x="10997330" y="897102"/>
            <a:ext cx="55793" cy="55793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Shape 8"/>
          <p:cNvSpPr/>
          <p:nvPr/>
        </p:nvSpPr>
        <p:spPr>
          <a:xfrm>
            <a:off x="11028268" y="722316"/>
            <a:ext cx="71059" cy="71059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29057" y="1991308"/>
            <a:ext cx="48098" cy="4809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9496" y="1953258"/>
            <a:ext cx="64634" cy="64634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25784" y="1332067"/>
            <a:ext cx="88663" cy="88663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564523" y="851635"/>
            <a:ext cx="88181" cy="88181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01911" y="1235860"/>
            <a:ext cx="86048" cy="8604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37750" y="1471284"/>
            <a:ext cx="50260" cy="5026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71839" y="2281806"/>
            <a:ext cx="58541" cy="58541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7177" y="916607"/>
            <a:ext cx="78887" cy="78887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9" name="Shape 17"/>
          <p:cNvSpPr/>
          <p:nvPr/>
        </p:nvSpPr>
        <p:spPr>
          <a:xfrm>
            <a:off x="8963566" y="1574306"/>
            <a:ext cx="79295" cy="79295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9007205" y="1504083"/>
            <a:ext cx="82623" cy="82623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21" name="Shape 19"/>
          <p:cNvSpPr/>
          <p:nvPr/>
        </p:nvSpPr>
        <p:spPr>
          <a:xfrm>
            <a:off x="9577893" y="1429839"/>
            <a:ext cx="56868" cy="568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5432" y="2075472"/>
            <a:ext cx="79754" cy="79754"/>
          </a:xfrm>
          <a:prstGeom prst="ellipse">
            <a:avLst/>
          </a:prstGeom>
          <a:solidFill>
            <a:srgbClr val="7A3B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377440" cy="2377440"/>
          </a:xfrm>
          <a:prstGeom prst="ellipse">
            <a:avLst/>
          </a:prstGeom>
          <a:solidFill>
            <a:srgbClr val="F4EEE8"/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2423160"/>
            <a:ext cx="146304" cy="146304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4" name="Shape 2"/>
          <p:cNvSpPr/>
          <p:nvPr/>
        </p:nvSpPr>
        <p:spPr>
          <a:xfrm>
            <a:off x="1563624" y="2514600"/>
            <a:ext cx="146304" cy="146304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5" name="Shape 3"/>
          <p:cNvSpPr/>
          <p:nvPr/>
        </p:nvSpPr>
        <p:spPr>
          <a:xfrm>
            <a:off x="1801368" y="2423160"/>
            <a:ext cx="146304" cy="146304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study we open with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triptych, neural networks meet the art world: Edmond de Belamy (the market), Anna Ridler's Mosaic Virus (the labor), Refik Anadol's Unsupervised at MoMA (the museum).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they choose, and where might it be wrong?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6032" cy="256032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10241280" cy="3657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machine reads a culture's archive, what is it showing us, and who decided what went in? You started Week 1 loading a museum's data; you end watching a museum's data become the art.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3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walkthrough, AI closed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essay, then walk the room through your notebook, aloud, cell by cell.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9184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oral walkthrough is the one deliverable an AI cannot produce for you.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434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three questions: what did you choose, what would you distrust, what would you do next?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6F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closing triptych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 de Belamy, the AI portrait that sold for $432,500: who is the author?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4899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5755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Ridler's Mosaic Virus: she photographed 10,000 tulips herself to build the training set: whose labor is the data?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7482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Anadol's Unsupervised at MoMA: the museum's own collection becomes the art: who decided what went in?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538353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9209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began with loading a museum's catalog. The course ends watching a catalog become the art.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85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do 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block of analysis code and say what it does, line by 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45536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54096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tractable question of cultural data and name what it leaves out.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67912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counting, classification, embeddings, and annotation, and say what each reveals and hides.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73168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681728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Shuffle-test a gap. Interrogate a chart, including your own.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586984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495544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proves it: notebook, Data Biography, essay, walkthrough.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third of the session 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606040"/>
            <a:ext cx="548640" cy="54864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/ demo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celebration; the two capstone assessments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262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606040"/>
            <a:ext cx="548640" cy="54864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920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hands-on on your own data.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13" name="Shape 11"/>
          <p:cNvSpPr/>
          <p:nvPr/>
        </p:nvSpPr>
        <p:spPr>
          <a:xfrm>
            <a:off x="8823960" y="2606040"/>
            <a:ext cx="548640" cy="548640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7782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 the study, debate it, or critique each other's work.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7276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554480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Welcome. This is a celebration, not a defense. The closing Look at This.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39696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3969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Presentations, 4–5 min each: corpus, headline finding, one surprise. Live URL projected.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662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688336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Reception. Laptops at every seat with everyone's URLs loaded.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homework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73352"/>
            <a:ext cx="219456" cy="21945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00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9842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33472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60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 de Belamy; Ridler's Mosaic Virus; Anadol's Unsupervised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219456" cy="21945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20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(optional)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904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Elgammal et al., CAN: Creative Adversarial Networks (2017), the paper behind the de Belamy generation of AI 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53712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480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86460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week after: a private one-page reflection.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513832"/>
            <a:ext cx="219456" cy="21945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(AI closed)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82472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oral walkthrough (the capstone): how you got your headline result, what it does not show, and how the tools actually work. Plus the workbench intro. (All eight competencies.)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WEEK CONNECTS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course's through-lines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A3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02082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data, whose authorship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244144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triptych, de Belamy to Ridler to Anadol: who decided what went in?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6F5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48386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Understand, not commission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90448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oral walkthrough an AI cannot do for you.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985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94690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threads converge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536752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started loading a museum's data; you end watching it become the art.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CHECK, AI CLOSED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8686800" cy="3108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oral walkthrough (the capstone): how you got your headline result, what it does not show, and how the tools actually work. Plus the workbench intro. (All eight competencies.)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  ·  Week 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052898" y="6107659"/>
            <a:ext cx="96631" cy="96631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Shape 4"/>
          <p:cNvSpPr/>
          <p:nvPr/>
        </p:nvSpPr>
        <p:spPr>
          <a:xfrm>
            <a:off x="9224752" y="5766644"/>
            <a:ext cx="61944" cy="61944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7" name="Shape 5"/>
          <p:cNvSpPr/>
          <p:nvPr/>
        </p:nvSpPr>
        <p:spPr>
          <a:xfrm>
            <a:off x="10591079" y="4939008"/>
            <a:ext cx="74374" cy="74374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8" name="Shape 6"/>
          <p:cNvSpPr/>
          <p:nvPr/>
        </p:nvSpPr>
        <p:spPr>
          <a:xfrm>
            <a:off x="11098039" y="6086009"/>
            <a:ext cx="47052" cy="47052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9" name="Shape 7"/>
          <p:cNvSpPr/>
          <p:nvPr/>
        </p:nvSpPr>
        <p:spPr>
          <a:xfrm>
            <a:off x="9252113" y="4719469"/>
            <a:ext cx="57704" cy="57704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240740" y="5038008"/>
            <a:ext cx="74325" cy="74325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1" name="Shape 9"/>
          <p:cNvSpPr/>
          <p:nvPr/>
        </p:nvSpPr>
        <p:spPr>
          <a:xfrm>
            <a:off x="10449761" y="6028164"/>
            <a:ext cx="64911" cy="64911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06295" y="4939119"/>
            <a:ext cx="52321" cy="52321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3" name="Shape 11"/>
          <p:cNvSpPr/>
          <p:nvPr/>
        </p:nvSpPr>
        <p:spPr>
          <a:xfrm>
            <a:off x="9916822" y="5969493"/>
            <a:ext cx="59417" cy="59417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9748142" y="4631104"/>
            <a:ext cx="54194" cy="54194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67056" y="5122574"/>
            <a:ext cx="59512" cy="59512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6" name="Shape 14"/>
          <p:cNvSpPr/>
          <p:nvPr/>
        </p:nvSpPr>
        <p:spPr>
          <a:xfrm>
            <a:off x="9819723" y="4693083"/>
            <a:ext cx="98231" cy="98231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33264" y="5803889"/>
            <a:ext cx="83482" cy="83482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74477" y="5704174"/>
            <a:ext cx="92991" cy="92991"/>
          </a:xfrm>
          <a:prstGeom prst="ellipse">
            <a:avLst/>
          </a:prstGeom>
          <a:solidFill>
            <a:srgbClr val="3F6F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2026-07-11T16:55:24Z</dcterms:created>
  <dcterms:modified xsi:type="dcterms:W3CDTF">2026-07-11T16:55:24Z</dcterms:modified>
</cp:coreProperties>
</file>