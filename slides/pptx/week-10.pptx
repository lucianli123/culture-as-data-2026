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Showcase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public event followed by a reception, with friends and family invited. A printed program lists every project's title and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 public celebration; the two capstone assessments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16203" y="945049"/>
            <a:ext cx="93459" cy="934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9893241" y="1791766"/>
            <a:ext cx="89167" cy="89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97330" y="897102"/>
            <a:ext cx="55793" cy="5579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28268" y="722316"/>
            <a:ext cx="71059" cy="710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129057" y="1991308"/>
            <a:ext cx="48098" cy="480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99496" y="1953258"/>
            <a:ext cx="64634" cy="6463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25784" y="1332067"/>
            <a:ext cx="88663" cy="886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564523" y="851635"/>
            <a:ext cx="88181" cy="8818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01911" y="1235860"/>
            <a:ext cx="86048" cy="8604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37750" y="1471284"/>
            <a:ext cx="50260" cy="502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71839" y="2281806"/>
            <a:ext cx="58541" cy="5854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47177" y="916607"/>
            <a:ext cx="78887" cy="788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3566" y="1574306"/>
            <a:ext cx="79295" cy="7929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007205" y="1504083"/>
            <a:ext cx="82623" cy="8262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7893" y="1429839"/>
            <a:ext cx="56868" cy="568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075432" y="2075472"/>
            <a:ext cx="79754" cy="79754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triptych, neural networks meet the art world: Edmond de Belamy (the market), Anna Ridler's Mosaic Virus (the labor), Refik Anadol's Unsupervised at MoMA (the museum).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machine reads a culture's archive, what is it showing us, and who decided what went in? You started Week 1 loading a museum's data; you end watching a museum's data become the art.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walkthrough, AI closed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the essay, then walk the room through your notebook, aloud, cell by cell.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is the one deliverable an AI cannot produce for you.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three questions: what did you choose, what would you distrust, what would you do next?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closing triptych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Belamy, the AI portrait that sold for $432,500: who is the author?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Ridler's Mosaic Virus: she photographed 10,000 tulips herself to build the training set: whose labor is the data?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Anadol's Unsupervised at MoMA: the museum's own collection becomes the art: who decided what went in?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began with loading a museum's catalog. The course ends watching a catalog become the art.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can do now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block of analysis code and say what it does, line by line.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tractable question of cultural data and name what it leaves out.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counting, classification, embeddings, and annotation, and say what each reveals and hides.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Shuffle-test a gap. Interrogate a chart, including your own.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 proves it: notebook, Data Biography, essay, walkthrough.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celebration; the two capstone assessments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Welcome. This is a celebration, not a defense. The closing Look at This.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Presentations, 4–5 min each: corpus, headline finding, one surprise. Live URL projected.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Reception. Laptops at every seat with everyone's URLs loaded.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Belamy; Ridler's Mosaic Virus; Anadol's Unsupervised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Elgammal et al., CAN: Creative Adversarial Networks (2017), the paper behind the de Belamy generation of AI 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week after: a private one-page reflection.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whose authorship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triptych, de Belamy to Ridler to Anadol: who decided what went in?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Understand, not commission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an AI cannot do for you.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threads converge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started loading a museum's data; you end watching it become the art.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52898" y="6107659"/>
            <a:ext cx="96631" cy="966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224752" y="5766644"/>
            <a:ext cx="61944" cy="619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591079" y="4939008"/>
            <a:ext cx="74374" cy="743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1098039" y="6086009"/>
            <a:ext cx="47052" cy="470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252113" y="4719469"/>
            <a:ext cx="57704" cy="577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40740" y="5038008"/>
            <a:ext cx="74325" cy="7432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449761" y="6028164"/>
            <a:ext cx="64911" cy="6491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06295" y="4939119"/>
            <a:ext cx="52321" cy="5232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16822" y="5969493"/>
            <a:ext cx="59417" cy="5941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748142" y="4631104"/>
            <a:ext cx="54194" cy="541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67056" y="5122574"/>
            <a:ext cx="59512" cy="5951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19723" y="4693083"/>
            <a:ext cx="98231" cy="982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633264" y="5803889"/>
            <a:ext cx="83482" cy="8348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74477" y="5704174"/>
            <a:ext cx="92991" cy="9299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2026-07-06T05:18:27Z</dcterms:created>
  <dcterms:modified xsi:type="dcterms:W3CDTF">2026-07-06T05:18:27Z</dcterms:modified>
</cp:coreProperties>
</file>