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</Types>
</file>

<file path=_rels/.rels><?xml version="1.0" encoding="UTF-8"?>
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33" autoAdjust="0"/>
    <p:restoredTop sz="94711" autoAdjust="0"/>
  </p:normalViewPr>
  <p:slideViewPr>
    <p:cSldViewPr snapToGrid="0" snapToObjects="1">
      <p:cViewPr varScale="1">
        <p:scale>
          <a:sx n="84" d="100"/>
          <a:sy n="84" d="100"/>
        </p:scale>
        <p:origin x="1278" y="6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?>
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1" Type="http://schemas.openxmlformats.org/officeDocument/2006/relationships/viewProps" Target="viewProps.xml" /><Relationship Id="rId10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3" Type="http://schemas.openxmlformats.org/officeDocument/2006/relationships/tableStyles" Target="tableStyles.xml" /><Relationship Id="rId12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4/5/2019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4/5/2019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4/5/2019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4/5/2019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4/5/2019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4/5/2019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4/5/2019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4/5/2019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4/5/2019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4/5/2019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4/5/2019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4/5/2019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en.wikipedia.org/wiki/Edmond_de_Belamy" TargetMode="External" /><Relationship Id="rId3" Type="http://schemas.openxmlformats.org/officeDocument/2006/relationships/hyperlink" Target="https://annaridler.com/works/myriad-tulips" TargetMode="External" /><Relationship Id="rId4" Type="http://schemas.openxmlformats.org/officeDocument/2006/relationships/hyperlink" Target="https://www.moma.org/calendar/exhibitions/5535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pPr lvl="0" marL="0" indent="0">
              <a:buNone/>
            </a:pPr>
            <a:r>
              <a:rPr/>
              <a:t>Week</a:t>
            </a:r>
            <a:r>
              <a:rPr/>
              <a:t> </a:t>
            </a:r>
            <a:r>
              <a:rPr/>
              <a:t>10:</a:t>
            </a:r>
            <a:r>
              <a:rPr/>
              <a:t> </a:t>
            </a:r>
            <a:r>
              <a:rPr/>
              <a:t>The</a:t>
            </a:r>
            <a:r>
              <a:rPr/>
              <a:t> </a:t>
            </a:r>
            <a:r>
              <a:rPr/>
              <a:t>Showcase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/>
          <a:p>
            <a:pPr lvl="0" marL="0" indent="0">
              <a:buNone/>
            </a:pPr>
            <a:r>
              <a:rPr/>
              <a:t>Culture</a:t>
            </a:r>
            <a:r>
              <a:rPr/>
              <a:t> </a:t>
            </a:r>
            <a:r>
              <a:rPr/>
              <a:t>as</a:t>
            </a:r>
            <a:r>
              <a:rPr/>
              <a:t> </a:t>
            </a:r>
            <a:r>
              <a:rPr/>
              <a:t>Data</a:t>
            </a:r>
            <a:r>
              <a:rPr/>
              <a:t> </a:t>
            </a:r>
            <a:r>
              <a:rPr/>
              <a:t>·</a:t>
            </a:r>
            <a:r>
              <a:rPr/>
              <a:t> </a:t>
            </a:r>
            <a:r>
              <a:rPr/>
              <a:t>draft</a:t>
            </a:r>
            <a:r>
              <a:rPr/>
              <a:t> </a:t>
            </a:r>
            <a:r>
              <a:rPr/>
              <a:t>slides</a:t>
            </a:r>
            <a:br/>
            <a:br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/>
          <a:lstStyle/>
          <a:p>
            <a:pPr lvl="0" marL="0" indent="0">
              <a:buNone/>
            </a:pPr>
            <a:r>
              <a:rPr/>
              <a:t>Week</a:t>
            </a:r>
            <a:r>
              <a:rPr/>
              <a:t> </a:t>
            </a:r>
            <a:r>
              <a:rPr/>
              <a:t>10</a:t>
            </a:r>
            <a:r>
              <a:rPr/>
              <a:t> </a:t>
            </a:r>
            <a:r>
              <a:rPr/>
              <a:t>·</a:t>
            </a:r>
            <a:r>
              <a:rPr/>
              <a:t> </a:t>
            </a:r>
            <a:r>
              <a:rPr/>
              <a:t>The</a:t>
            </a:r>
            <a:r>
              <a:rPr/>
              <a:t> </a:t>
            </a:r>
            <a:r>
              <a:rPr/>
              <a:t>Showcase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marL="1270000" indent="0">
              <a:buNone/>
            </a:pPr>
            <a:r>
              <a:rPr sz="2000"/>
              <a:t>A 90-minute public event followed by a reception. Snacks. Music. Friends and family invited. Printed program with everyone’s titles and URLs.</a:t>
            </a:r>
          </a:p>
          <a:p>
            <a:pPr lvl="0" marL="0" indent="0">
              <a:buNone/>
            </a:pPr>
            <a:r>
              <a:rPr i="1"/>
              <a:t>Tool / method: A public celebration; the two capstone assessments · Competencies: all eight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Look</a:t>
            </a:r>
            <a:r>
              <a:rPr/>
              <a:t> </a:t>
            </a:r>
            <a:r>
              <a:rPr/>
              <a:t>at</a:t>
            </a:r>
            <a:r>
              <a:rPr/>
              <a:t> </a:t>
            </a:r>
            <a:r>
              <a:rPr/>
              <a:t>This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The closing triptych, neural networks meet the art world: Edmond de Belamy (the market), Anna Ridler’s Mosaic Virus (the labor), Refik Anadol’s Unsupervised at MoMA (the museum).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Question</a:t>
            </a:r>
            <a:r>
              <a:rPr/>
              <a:t> </a:t>
            </a:r>
            <a:r>
              <a:rPr/>
              <a:t>It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When a machine reads a culture’s archive, what is it showing us, and who decided what went in? You started Week 1 loading a museum’s data; you end watching a museum’s data become the art.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Three</a:t>
            </a:r>
            <a:r>
              <a:rPr/>
              <a:t> </a:t>
            </a:r>
            <a:r>
              <a:rPr/>
              <a:t>modes</a:t>
            </a:r>
            <a:r>
              <a:rPr/>
              <a:t> </a:t>
            </a:r>
            <a:r>
              <a:rPr/>
              <a:t>today</a:t>
            </a:r>
            <a:r>
              <a:rPr/>
              <a:t> </a:t>
            </a:r>
            <a:r>
              <a:rPr/>
              <a:t>(about</a:t>
            </a:r>
            <a:r>
              <a:rPr/>
              <a:t> </a:t>
            </a:r>
            <a:r>
              <a:rPr/>
              <a:t>a</a:t>
            </a:r>
            <a:r>
              <a:rPr/>
              <a:t> </a:t>
            </a:r>
            <a:r>
              <a:rPr/>
              <a:t>third</a:t>
            </a:r>
            <a:r>
              <a:rPr/>
              <a:t> </a:t>
            </a:r>
            <a:r>
              <a:rPr/>
              <a:t>each)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1"/>
            <a:r>
              <a:rPr b="1"/>
              <a:t>Lecture / demo:</a:t>
            </a:r>
            <a:r>
              <a:rPr/>
              <a:t> A public celebration; the two capstone assessments</a:t>
            </a:r>
          </a:p>
          <a:p>
            <a:pPr lvl="1"/>
            <a:r>
              <a:rPr b="1"/>
              <a:t>Workshop:</a:t>
            </a:r>
            <a:r>
              <a:rPr/>
              <a:t> build hands-on on your own data</a:t>
            </a:r>
          </a:p>
          <a:p>
            <a:pPr lvl="1"/>
            <a:r>
              <a:rPr b="1"/>
              <a:t>Discussion:</a:t>
            </a:r>
            <a:r>
              <a:rPr/>
              <a:t> the study above, interrogate it, debate it, or critique each other’s work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The</a:t>
            </a:r>
            <a:r>
              <a:rPr/>
              <a:t> </a:t>
            </a:r>
            <a:r>
              <a:rPr/>
              <a:t>session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1"/>
            <a:r>
              <a:rPr b="1"/>
              <a:t>0:00</a:t>
            </a:r>
            <a:r>
              <a:rPr/>
              <a:t> Welcome. This is a show, not a defense. The closing Look at This.</a:t>
            </a:r>
          </a:p>
          <a:p>
            <a:pPr lvl="1"/>
            <a:r>
              <a:rPr b="1"/>
              <a:t>0:10</a:t>
            </a:r>
            <a:r>
              <a:rPr/>
              <a:t> Presentations, 4–5 min each: corpus, headline finding, one surprise. Live URL projected.</a:t>
            </a:r>
          </a:p>
          <a:p>
            <a:pPr lvl="1"/>
            <a:r>
              <a:rPr b="1"/>
              <a:t>1:30</a:t>
            </a:r>
            <a:r>
              <a:rPr/>
              <a:t> Reception. Laptops at every seat with everyone’s URLs loaded.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Reading</a:t>
            </a:r>
            <a:r>
              <a:rPr/>
              <a:t> </a:t>
            </a:r>
            <a:r>
              <a:rPr/>
              <a:t>&amp;</a:t>
            </a:r>
            <a:r>
              <a:rPr/>
              <a:t> </a:t>
            </a:r>
            <a:r>
              <a:rPr/>
              <a:t>homework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1"/>
            <a:r>
              <a:rPr b="1"/>
              <a:t>Reading:</a:t>
            </a:r>
            <a:r>
              <a:rPr/>
              <a:t> None</a:t>
            </a:r>
          </a:p>
          <a:p>
            <a:pPr lvl="1"/>
            <a:r>
              <a:rPr b="1"/>
              <a:t>Supplement:</a:t>
            </a:r>
            <a:r>
              <a:rPr/>
              <a:t> </a:t>
            </a:r>
            <a:r>
              <a:rPr>
                <a:hlinkClick r:id="rId2"/>
              </a:rPr>
              <a:t>Edmond de Belamy</a:t>
            </a:r>
            <a:r>
              <a:rPr/>
              <a:t>; </a:t>
            </a:r>
            <a:r>
              <a:rPr>
                <a:hlinkClick r:id="rId3"/>
              </a:rPr>
              <a:t>Ridler’s Mosaic Virus</a:t>
            </a:r>
            <a:r>
              <a:rPr/>
              <a:t>; </a:t>
            </a:r>
            <a:r>
              <a:rPr>
                <a:hlinkClick r:id="rId4"/>
              </a:rPr>
              <a:t>Anadol’s Unsupervised</a:t>
            </a:r>
          </a:p>
          <a:p>
            <a:pPr lvl="1"/>
            <a:r>
              <a:rPr b="1"/>
              <a:t>Sketch:</a:t>
            </a:r>
            <a:r>
              <a:rPr/>
              <a:t> Within a week after: a private one-page reflection.</a:t>
            </a:r>
          </a:p>
          <a:p>
            <a:pPr lvl="1"/>
            <a:r>
              <a:rPr b="1"/>
              <a:t>Check (AI closed):</a:t>
            </a:r>
            <a:r>
              <a:rPr/>
              <a:t> The oral walkthrough (the capstone): how you got your headline result, what it does not show, and how the tools actually work. Plus the workbench intro. (All eight competencies.)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Office PowerPoint</Application>
  <PresentationFormat>On-screen Show (4:3)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Week 10: The Showcase</dc:title>
  <dc:creator/>
  <cp:keywords/>
  <dcterms:created xsi:type="dcterms:W3CDTF">2026-06-29T04:14:03Z</dcterms:created>
  <dcterms:modified xsi:type="dcterms:W3CDTF">2026-06-29T04:14:03Z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format">
    <vt:lpwstr>revealjs</vt:lpwstr>
  </property>
  <property fmtid="{D5CDD505-2E9C-101B-9397-08002B2CF9AE}" pid="3" name="subtitle">
    <vt:lpwstr>Culture as Data · draft slides</vt:lpwstr>
  </property>
</Properties>
</file>