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sure labels, hand-check the unsure ones, which is exactly which 30 to pull for Week 6.</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2026-07-05T03:12:50Z</dcterms:created>
  <dcterms:modified xsi:type="dcterms:W3CDTF">2026-07-05T03:12:50Z</dcterms:modified>
</cp:coreProperties>
</file>