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powerful, opaque reader</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Gilardi et al. (2023): ChatGPT out-labeled paid crowd workers on political-text tasks at roughly a twentieth of the cost.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prompt IS the codebook: categories, definitions, edge-case rules. Write it like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Change one line of the codebook and the same machine becomes a different reader.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It fails silently. Confident-and-wrong looks identical to confident-and-right from the outside.</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Trust, by confidence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for a confidence number with every label. Sort ascending. Hand-check the bottom.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Gold set first: label ~30 items yourself before the machine sees them. Agreement against gold is your accuracy floor.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Disagreements are data: sometimes the model is wrong, sometimes your codebook was vague.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Whose reading are you renting? A model trained largely on scraped creative work. Week 8 takes that up.</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Three readers, one course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3, the transparent reader: a logistic regression whose weights you can read.</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7, the powerful reader: an API model you audit by confidence and gold set.</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Go-further, the reader you own: fine-tune ModernBERT on your own labels. Free to run, and it is yours.</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labels the model is sure of, and hand-check the unsure ones.</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Ziems et al., Can LLMs Transform Computational Social Science? (CL 2024), the systematic evaluation behind this week's method</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can't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powerful, opaque annotator: trust the labels it is sure of, check the rest.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Whose judgment are you renting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Its reading was learned from creative work scraped largely without permission.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The third reader (go further)</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Fine-tune a model you own, transparent, powerful, now yours.</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2026-07-08T04:50:04Z</dcterms:created>
  <dcterms:modified xsi:type="dcterms:W3CDTF">2026-07-08T04:50:04Z</dcterms:modified>
</cp:coreProperties>
</file>