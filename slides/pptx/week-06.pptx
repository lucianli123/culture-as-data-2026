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Deepen the Project: Images, and Where the AI Fails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your project past first findings, give image projects their deepest day, and find exactly where the AI's reading of your data goes wrong.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Apply the tools harder; image projects' deepest day; calibrate the AI on your data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588218" y="1440846"/>
            <a:ext cx="52954" cy="5295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376923" y="1713805"/>
            <a:ext cx="69151" cy="691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168678" y="1596663"/>
            <a:ext cx="62362" cy="623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6484" y="1813319"/>
            <a:ext cx="55445" cy="5544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333339" y="1350314"/>
            <a:ext cx="71262" cy="7126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505844" y="931547"/>
            <a:ext cx="77807" cy="7780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53399" y="1280918"/>
            <a:ext cx="97941" cy="979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89405" y="1384967"/>
            <a:ext cx="99661" cy="9966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43260" y="1967595"/>
            <a:ext cx="50961" cy="5096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71565" y="2015341"/>
            <a:ext cx="84431" cy="844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17321" y="2252106"/>
            <a:ext cx="58337" cy="5833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80326" y="1664428"/>
            <a:ext cx="50405" cy="5040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946781" y="976209"/>
            <a:ext cx="83493" cy="8349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116486" y="911349"/>
            <a:ext cx="70735" cy="707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89242" y="2193747"/>
            <a:ext cx="89853" cy="898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08047" y="2072583"/>
            <a:ext cx="53980" cy="53980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Berke, "Visual Style in Two Network-Era Sitcoms" (2019), computer vision on every shot of Bewitched and I Dream of Jeannie, reading how the camera frames each lead.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"character-centered shot" is an operational definition, and a different one tells a different story; two shows is a slice, not "television."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tools harder; image projects' deepest day; calibrate the AI on your data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This, a pair: a contemporary visual study leads, then the sitcom camerawork as the rigor case to interrogate.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on the same map, for real: embed an image set live and watch it cluster by visual style nobody tagged. The beyond-counting contrast at its sharpest.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lab: apply your method harder on your own data. Instructor floats; one-on-ones at the side.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hand-labeling set-piece (Gemini-free): label 30 items from your corpus by hand; the AI labels the same 30; study every disagreement. Nobody skips this.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Fix-it check: a planted bug in the data pipeline, found AI-closed.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Gilardi et al. (2023), the AI as a cheaper coder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Reagan et al., Six Basic Shapes (the smoothing fight); Manovich, Selfiecity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disagreement between your labels and the AI's where you were right, and why.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the planted bug.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are culture too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deepest day: pictures cluster by a visual style nobody tagged.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AI fails on your data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Hand-label 30 the AI also labels; study every disagreement.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readers (calibration)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hand-check is the bridge between the cheap reader and the powerful one.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the planted bug.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894213" y="5737875"/>
            <a:ext cx="60852" cy="608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286591" y="4715857"/>
            <a:ext cx="94067" cy="940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175202" y="5330658"/>
            <a:ext cx="58576" cy="5857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626847" y="4831458"/>
            <a:ext cx="86965" cy="8696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148006" y="5679516"/>
            <a:ext cx="92368" cy="923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805477" y="5124012"/>
            <a:ext cx="97643" cy="97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666062" y="5626206"/>
            <a:ext cx="70787" cy="707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236240" y="6172639"/>
            <a:ext cx="89525" cy="895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22492" y="5749850"/>
            <a:ext cx="66987" cy="669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51937" y="5081740"/>
            <a:ext cx="80899" cy="8089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0735" y="4892207"/>
            <a:ext cx="99255" cy="992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66327" y="5905153"/>
            <a:ext cx="90053" cy="900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24552" y="5369758"/>
            <a:ext cx="76151" cy="761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412210" y="5747281"/>
            <a:ext cx="80411" cy="8041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2026-06-29T04:30:12Z</dcterms:created>
  <dcterms:modified xsi:type="dcterms:W3CDTF">2026-06-29T04:30:12Z</dcterms:modified>
</cp:coreProperties>
</file>