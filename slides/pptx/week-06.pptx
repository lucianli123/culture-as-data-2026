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Deepen the Project: Images, and Where the AI Fails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your project past first findings, give image projects their deepest day, and find exactly where the AI's reading of your data goes wrong.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Apply the tools harder; image projects' deepest day; calibrate the AI on your data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588218" y="1440846"/>
            <a:ext cx="52954" cy="5295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376923" y="1713805"/>
            <a:ext cx="69151" cy="6915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168678" y="1596663"/>
            <a:ext cx="62362" cy="6236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06484" y="1813319"/>
            <a:ext cx="55445" cy="5544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333339" y="1350314"/>
            <a:ext cx="71262" cy="7126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505844" y="931547"/>
            <a:ext cx="77807" cy="7780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253399" y="1280918"/>
            <a:ext cx="97941" cy="9794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489405" y="1384967"/>
            <a:ext cx="99661" cy="9966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843260" y="1967595"/>
            <a:ext cx="50961" cy="5096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971565" y="2015341"/>
            <a:ext cx="84431" cy="844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017321" y="2252106"/>
            <a:ext cx="58337" cy="5833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380326" y="1664428"/>
            <a:ext cx="50405" cy="5040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946781" y="976209"/>
            <a:ext cx="83493" cy="8349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1116486" y="911349"/>
            <a:ext cx="70735" cy="707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1289242" y="2193747"/>
            <a:ext cx="89853" cy="8985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608047" y="2072583"/>
            <a:ext cx="53980" cy="53980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Arnold, Tilton &amp; Berke, "Visual Style in Two Network-Era Sitcoms" (2019), computer vision on every shot of Bewitched and I Dream of Jeannie, reading how the camera frames each lead.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"character-centered shot" is an operational definition, and a different one tells a different story; two shows is a slice, not "television."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featured pair, in detail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Arnold, Tilton &amp; Berke (2019): computer vision on every shot of Bewitched and I Dream of Jeannie, measuring how the camera frames each lead.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"Character-centered shot" is an operational definition. Change the definition, change the story.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network sitcoms is a slice, not "television."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the same eye on your project: what did YOU operationalize this week, and what would a different definition show?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on the same map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 embeds pictures into a shared space with words: your album covers, paintings, posters become vectors.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an image set cluster by visual style nobody tagged: the beyond-counting contrast at its sharpest.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ranked pixels by brightness; today style emerges unasked. Same corpus, two rungs of the ladder.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hand-labeling exercise (required of everyone)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30 items from your own corpus, by hand, no AI.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labels the same 30. Study every disagreement: is it wrong, or are you?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calibration: learning exactly where the machine's reading of YOUR data breaks.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done without the AI. It is the one exercise code cannot teach.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tools harder; image projects' deepest day; calibrate the AI on your data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This, a pair: a contemporary visual study leads, then the sitcom camerawork as the rigor case to interrogate.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0:07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 on the same map, for real: embed an image set live and watch it cluster by visual style nobody tagged. The beyond-counting contrast at its sharpest.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lab: apply your method harder on your own data. Instructor floats; one-on-ones at the side.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hand-labeling set-piece (Gemini-free): label 30 items from your corpus by hand; the AI labels the same 30; study every disagreement. No one skips this.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Fix-it check: a planted bug in the data pipeline, found AI-closed.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1:48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Gilardi et al. (2023), the AI as a cheaper coder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Reagan et al., Six Basic Shapes (the smoothing fight); Manovich, Selfiecity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 &amp;amp; Tilton, Distant Viewing (DSH 2019), the theory behind treating images as data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disagreement between your labels and the AI's where you were right, and why.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it: the planted bug. (Competencies 1, 7.)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are culture too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deepest day: pictures cluster by a visual style nobody tagged.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AI fails on your data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Hand-label 30 the AI also labels; study every disagreement.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 readers (calibration)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hand-check is the bridge between the cheap reader and the powerful one.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it: the planted bug. (Competencies 1, 7.)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894213" y="5737875"/>
            <a:ext cx="60852" cy="608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286591" y="4715857"/>
            <a:ext cx="94067" cy="940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175202" y="5330658"/>
            <a:ext cx="58576" cy="5857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626847" y="4831458"/>
            <a:ext cx="86965" cy="8696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148006" y="5679516"/>
            <a:ext cx="92368" cy="923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9805477" y="5124012"/>
            <a:ext cx="97643" cy="9764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666062" y="5626206"/>
            <a:ext cx="70787" cy="7078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236240" y="6172639"/>
            <a:ext cx="89525" cy="8952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22492" y="5749850"/>
            <a:ext cx="66987" cy="6698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51937" y="5081740"/>
            <a:ext cx="80899" cy="8089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070735" y="4892207"/>
            <a:ext cx="99255" cy="992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466327" y="5905153"/>
            <a:ext cx="90053" cy="9005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224552" y="5369758"/>
            <a:ext cx="76151" cy="7615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412210" y="5747281"/>
            <a:ext cx="80411" cy="8041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2026-07-12T23:02:25Z</dcterms:created>
  <dcterms:modified xsi:type="dcterms:W3CDTF">2026-07-12T23:02:25Z</dcterms:modified>
</cp:coreProperties>
</file>