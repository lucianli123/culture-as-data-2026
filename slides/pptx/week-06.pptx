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Manovich, Selfiecity: browse it. 3,200 selfies from five cities, measured, mapped, and strange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 abstract, the AI as a cheaper coder (primes Week 7); Reagan et al., Six Basic Shapes (the smoothing fight)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2026-07-18T19:50:32Z</dcterms:created>
  <dcterms:modified xsi:type="dcterms:W3CDTF">2026-07-18T19:50:32Z</dcterms:modified>
</cp:coreProperties>
</file>