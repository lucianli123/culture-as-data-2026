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(2023), the AI as a cheaper coder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Six Basic Shapes (the smoothing fight); Manovich, Selfiecity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 &amp;amp; Tilton, Distant Viewing (DSH 2019), the theory behind treating images as data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2026-07-12T21:37:36Z</dcterms:created>
  <dcterms:modified xsi:type="dcterms:W3CDTF">2026-07-12T21:37:36Z</dcterms:modified>
</cp:coreProperties>
</file>