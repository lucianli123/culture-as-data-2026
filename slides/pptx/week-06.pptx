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Deepen the Project: Images, and Where the AI Fails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project past first findings, give image projects their deepest day, and find exactly where the AI's reading of your data goes wrong.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method:  Apply the tools harder; image projects' deepest day; calibrate the AI on your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588218" y="1440846"/>
            <a:ext cx="52954" cy="52954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8" name="Shape 6"/>
          <p:cNvSpPr/>
          <p:nvPr/>
        </p:nvSpPr>
        <p:spPr>
          <a:xfrm>
            <a:off x="10376923" y="1713805"/>
            <a:ext cx="69151" cy="69151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9" name="Shape 7"/>
          <p:cNvSpPr/>
          <p:nvPr/>
        </p:nvSpPr>
        <p:spPr>
          <a:xfrm>
            <a:off x="10168678" y="1596663"/>
            <a:ext cx="62362" cy="62362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06484" y="1813319"/>
            <a:ext cx="55445" cy="55445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333339" y="1350314"/>
            <a:ext cx="71262" cy="71262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5844" y="931547"/>
            <a:ext cx="77807" cy="77807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53399" y="1280918"/>
            <a:ext cx="97941" cy="97941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489405" y="1384967"/>
            <a:ext cx="99661" cy="99661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43260" y="1967595"/>
            <a:ext cx="50961" cy="50961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1565" y="2015341"/>
            <a:ext cx="84431" cy="84431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17321" y="2252106"/>
            <a:ext cx="58337" cy="58337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8" name="Shape 16"/>
          <p:cNvSpPr/>
          <p:nvPr/>
        </p:nvSpPr>
        <p:spPr>
          <a:xfrm>
            <a:off x="9380326" y="1664428"/>
            <a:ext cx="50405" cy="50405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9" name="Shape 17"/>
          <p:cNvSpPr/>
          <p:nvPr/>
        </p:nvSpPr>
        <p:spPr>
          <a:xfrm>
            <a:off x="9946781" y="976209"/>
            <a:ext cx="83493" cy="83493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16486" y="911349"/>
            <a:ext cx="70735" cy="70735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89242" y="2193747"/>
            <a:ext cx="89853" cy="89853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08047" y="2072583"/>
            <a:ext cx="53980" cy="53980"/>
          </a:xfrm>
          <a:prstGeom prst="ellipse">
            <a:avLst/>
          </a:prstGeom>
          <a:solidFill>
            <a:srgbClr val="7A3B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377440" cy="2377440"/>
          </a:xfrm>
          <a:prstGeom prst="ellipse">
            <a:avLst/>
          </a:prstGeom>
          <a:solidFill>
            <a:srgbClr val="F4EEE8"/>
          </a:solidFill>
          <a:ln/>
        </p:spPr>
      </p:sp>
      <p:sp>
        <p:nvSpPr>
          <p:cNvPr id="3" name="Shape 1"/>
          <p:cNvSpPr/>
          <p:nvPr/>
        </p:nvSpPr>
        <p:spPr>
          <a:xfrm>
            <a:off x="1325880" y="2423160"/>
            <a:ext cx="146304" cy="146304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4" name="Shape 2"/>
          <p:cNvSpPr/>
          <p:nvPr/>
        </p:nvSpPr>
        <p:spPr>
          <a:xfrm>
            <a:off x="1563624" y="2514600"/>
            <a:ext cx="146304" cy="146304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5" name="Shape 3"/>
          <p:cNvSpPr/>
          <p:nvPr/>
        </p:nvSpPr>
        <p:spPr>
          <a:xfrm>
            <a:off x="1801368" y="2423160"/>
            <a:ext cx="146304" cy="146304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study we open with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0" y="22860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Arnold, Tilton &amp; Berke, "Visual Style in Two Network-Era Sitcoms" (2019), computer vision on every shot of Bewitched and I Dream of Jeannie, reading how the camera frames each lead.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they choose, and where might it be wrong?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56032" cy="256032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86000"/>
            <a:ext cx="10241280" cy="3657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a "character-centered shot" is an operational definition, and a different one tells a different story; two shows is a slice, not "television."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3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featured pair, in detail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Arnold, Tilton &amp; Berke (2019): computer vision on every shot of Bewitched and I Dream of Jeannie, measuring how the camera frames each lead.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4899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5755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"Character-centered shot" is an operational definition. Change the definition, change the story.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36626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7482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network sitcoms is a slice, not "television."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538353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29209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same eye on your project: what did YOU operationalize this week, and what would a different definition show?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6F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 on the same 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embeds pictures into a shared space with words: your album covers, paintings, posters become vectors.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9184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an image set cluster by visual style nobody tagged: the beyond-counting contrast at its sharpest.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434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ranked pixels by brightness; today style emerges unasked. Same corpus, two rungs of the ladder.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85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hand-labeling exercise (required of everyone)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30 items from your own corpus, by hand, no AI.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4899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5755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labels the same 30. Study every disagreement: is it wrong, or are you?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36626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7482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calibration: learning exactly where the machine's reading of YOUR data breaks.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538353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29209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done without the AI. It is the one exercise code cannot teach.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third of the session each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606040"/>
            <a:ext cx="548640" cy="54864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/ demo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tools harder; image projects' deepest day; calibrate the AI on your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262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2606040"/>
            <a:ext cx="548640" cy="548640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8920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hands-on on your own data.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13" name="Shape 11"/>
          <p:cNvSpPr/>
          <p:nvPr/>
        </p:nvSpPr>
        <p:spPr>
          <a:xfrm>
            <a:off x="8823960" y="2606040"/>
            <a:ext cx="548640" cy="548640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7782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Interrogate the study, debate it, or critique each other's work.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7276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554480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+ Look at This, a pair: a contemporary visual study leads, then the sitcom camerawork as the rigor case to interrogate.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39696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3969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on the same map, for real: embed an image set live and watch it cluster by visual style nobody tagged. The beyond-counting contrast at its sharpest.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06624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688336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lab: apply your method harder on your own data. Instructor floats; one-on-ones at the side.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73552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735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3255264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04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822192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hand-labeling set-piece (Gemini-free): label 30 items from your corpus by hand; the AI labels the same 30; study every disagreement. No one skips this.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407408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0740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389120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Fix-it check: a planted bug in the data pipeline, found AI-closed.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974336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97433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4956048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&amp; homework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73352"/>
            <a:ext cx="219456" cy="21945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00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9842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Manovich, Selfiecity: browse it. 3,200 selfies from five cities, measured, mapped, and strange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33472"/>
            <a:ext cx="219456" cy="21945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60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94436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Gilardi et al. (2023) abstract, the AI as a cheaper coder (primes Week 7); Reagan et al., Six Basic Shapes (the smoothing fight)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93592"/>
            <a:ext cx="219456" cy="219456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20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(optional)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904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Arnold &amp;amp; Tilton, Distant Viewing (DSH 2019), the theory behind treating images as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53712"/>
            <a:ext cx="219456" cy="21945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480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86460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disagreement between your labels and the AI's where you were right, and why.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513832"/>
            <a:ext cx="219456" cy="21945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(AI closed)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82472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it: the planted bug. (Competencies 1, 7.)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WEEK CONNECTS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course's through-lines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A3B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02082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 are culture too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244144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deepest day: pictures cluster by a visual style nobody tagged.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6F5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48386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AI fails on your data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390448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 30 the AI also labels; study every disagreement.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985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94690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readers (calibration)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536752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hand-check is the bridge between the cheap reader and the powerful one.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CHECK, AI CLOSED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8686800" cy="31089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it: the planted bug. (Competencies 1, 7.)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Data  ·  Week 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894213" y="5737875"/>
            <a:ext cx="60852" cy="60852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Shape 4"/>
          <p:cNvSpPr/>
          <p:nvPr/>
        </p:nvSpPr>
        <p:spPr>
          <a:xfrm>
            <a:off x="10286591" y="4715857"/>
            <a:ext cx="94067" cy="94067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7" name="Shape 5"/>
          <p:cNvSpPr/>
          <p:nvPr/>
        </p:nvSpPr>
        <p:spPr>
          <a:xfrm>
            <a:off x="10175202" y="5330658"/>
            <a:ext cx="58576" cy="58576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8" name="Shape 6"/>
          <p:cNvSpPr/>
          <p:nvPr/>
        </p:nvSpPr>
        <p:spPr>
          <a:xfrm>
            <a:off x="10626847" y="4831458"/>
            <a:ext cx="86965" cy="86965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9" name="Shape 7"/>
          <p:cNvSpPr/>
          <p:nvPr/>
        </p:nvSpPr>
        <p:spPr>
          <a:xfrm>
            <a:off x="10148006" y="5679516"/>
            <a:ext cx="92368" cy="923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0" name="Shape 8"/>
          <p:cNvSpPr/>
          <p:nvPr/>
        </p:nvSpPr>
        <p:spPr>
          <a:xfrm>
            <a:off x="9805477" y="5124012"/>
            <a:ext cx="97643" cy="97643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1" name="Shape 9"/>
          <p:cNvSpPr/>
          <p:nvPr/>
        </p:nvSpPr>
        <p:spPr>
          <a:xfrm>
            <a:off x="10666062" y="5626206"/>
            <a:ext cx="70787" cy="70787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36240" y="6172639"/>
            <a:ext cx="89525" cy="89525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22492" y="5749850"/>
            <a:ext cx="66987" cy="66987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51937" y="5081740"/>
            <a:ext cx="80899" cy="80899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070735" y="4892207"/>
            <a:ext cx="99255" cy="99255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327" y="5905153"/>
            <a:ext cx="90053" cy="90053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24552" y="5369758"/>
            <a:ext cx="76151" cy="76151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412210" y="5747281"/>
            <a:ext cx="80411" cy="80411"/>
          </a:xfrm>
          <a:prstGeom prst="ellipse">
            <a:avLst/>
          </a:prstGeom>
          <a:solidFill>
            <a:srgbClr val="3F6F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2026-07-18T20:01:56Z</dcterms:created>
  <dcterms:modified xsi:type="dcterms:W3CDTF">2026-07-18T20:01:56Z</dcterms:modified>
</cp:coreProperties>
</file>