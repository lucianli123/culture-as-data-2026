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what share of brides kept their name, year by year. One groupby, one chart.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a lyric are "the, and, you" until you remove stop-words. That removal is your first modeling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rank 200 Met thumbnails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same technique three times, each containing a decision.</a:t>
            </a:r>
            <a:endParaRPr lang="en-US" sz="1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Introductions and working agreements, demonstrated in practice.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in plain language with pictures.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into the runtime (this is how your corpus and results survive Colab wiping the session, everything saving to one project folder), put a Gemini key in Colab Secrets, load NYT wedding data, make a first chart. Hand out the common-errors cheat sheet. Then solo with a partner: draft three questions, pick one, have the AI write the code, run it, chart it. Write one sentence predicting your cell before you run it.</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words, then pixels. First the top words of a small lyrics sample (stop-words dominate the list until you remove them, the first counting decision), then an image corpus: ~200 Met thumbnails ranked darkest to brightest by average brightness. Text and images, counted with the same technique;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One question from your life answerable with text or image data; three sentences.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2026-07-08T04:07:48Z</dcterms:created>
  <dcterms:modified xsi:type="dcterms:W3CDTF">2026-07-08T04:07:48Z</dcterms:modified>
</cp:coreProperties>
</file>