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Investigation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break you'll have loaded a real dataset, asked it a question, and produced your first chart. A complete investigation, end to end, on day one.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Culture as data itself (the ladder starts next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299837" y="2060592"/>
            <a:ext cx="98334" cy="9833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81525" y="1616354"/>
            <a:ext cx="85279" cy="85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04464" y="733755"/>
            <a:ext cx="84289" cy="8428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1653" y="1874054"/>
            <a:ext cx="63360" cy="633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902891" y="2286431"/>
            <a:ext cx="100216" cy="10021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1180" y="957427"/>
            <a:ext cx="53126" cy="5312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66318" y="2085661"/>
            <a:ext cx="54676" cy="5467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81307" y="1182953"/>
            <a:ext cx="72863" cy="728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09146" y="710563"/>
            <a:ext cx="75683" cy="7568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49634" y="1392392"/>
            <a:ext cx="85996" cy="859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202573" y="2214980"/>
            <a:ext cx="71798" cy="717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54161" y="2164865"/>
            <a:ext cx="55949" cy="5594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804200" y="1965949"/>
            <a:ext cx="61309" cy="613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8952489" y="2342131"/>
            <a:ext cx="55874" cy="5587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685227" y="2279952"/>
            <a:ext cx="62504" cy="625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659016" y="765951"/>
            <a:ext cx="49196" cy="49196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Pudding, "Pockets" (2018), women's jeans pockets are measurably smaller, and one chart lands the argument.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pairs from a handful of brands: is that "women's pockets," or a slice? And look at the chart itself, not just the data, what does it put front and center?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itself (the ladder starts next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the room: the social rules, demonstrated by the instructor breaking one and being corrected. Today's live coding includes real mistakes on purpose.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This, then Question It: Pockets.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 the vocabulary (no code): corpus, method, model, embedding, in plain language with pictures. The course map and the deliverable.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 (worked, participatory): copy the notebook to Drive and mount Drive into the runtime (this is how your corpus and results survive Colab wiping the session, everything saving to one project folder), put a Gemini key in Colab Secrets, load NYT wedding data, make a first chart. Hand out the common-errors cheat sheet. Then solo with a partner: draft three questions, pick one, have the AI write the code, run it, chart it. Write one sentence predicting your cell before you run it.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 (worked): ~200 Met Museum objects with thumbnails. Plot the collection by century; notice what the catalog does not record.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 of the ladder ahead; the standing rituals named. First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 et al., the cognitive-distortions hockey stick (PNAS 2021), with the Schmidt et al. critique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 Sloan, Writing with the machine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from your life answerable with text or image data; three sentences.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it: one written sentence predicting what your cell does before you run it. (Competency 1.)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work critically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Pockets is great and its choices are arguable. We admire and interrogate at once, the habit the whole course turns on.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investigation by the first break, before any theory.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 (preview)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load and chart real culture today; the ladder past counting starts next week.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it: one written sentence predicting what your cell does before you run it. (Competency 1.)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06176" y="4841304"/>
            <a:ext cx="70992" cy="709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333730" y="5139734"/>
            <a:ext cx="51926" cy="5192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655357" y="4517202"/>
            <a:ext cx="66260" cy="6626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037857" y="5434969"/>
            <a:ext cx="81992" cy="819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987711" y="5142214"/>
            <a:ext cx="67117" cy="671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71718" y="6100197"/>
            <a:ext cx="99359" cy="993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296359" y="5558099"/>
            <a:ext cx="91849" cy="9184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28433" y="5977179"/>
            <a:ext cx="67449" cy="6744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4740" y="4606617"/>
            <a:ext cx="49018" cy="4901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61440" y="5645034"/>
            <a:ext cx="59416" cy="5941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135654" y="4604249"/>
            <a:ext cx="66639" cy="6663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324181" y="5682882"/>
            <a:ext cx="93546" cy="9354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3182" y="6130114"/>
            <a:ext cx="53271" cy="5327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909776" y="4932484"/>
            <a:ext cx="78401" cy="7840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2026-06-29T04:30:12Z</dcterms:created>
  <dcterms:modified xsi:type="dcterms:W3CDTF">2026-06-29T04:30:12Z</dcterms:modified>
</cp:coreProperties>
</file>