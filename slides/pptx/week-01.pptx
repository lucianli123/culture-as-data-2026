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Investigation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break you'll have loaded a real dataset, asked it a question, and produced your first chart. By the end you'll have counted culture in all three shapes it comes in: rows, words, and pixels.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Counting: rows, words, pixels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299837" y="2060592"/>
            <a:ext cx="98334" cy="9833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981525" y="1616354"/>
            <a:ext cx="85279" cy="85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04464" y="733755"/>
            <a:ext cx="84289" cy="8428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1653" y="1874054"/>
            <a:ext cx="63360" cy="633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902891" y="2286431"/>
            <a:ext cx="100216" cy="10021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1180" y="957427"/>
            <a:ext cx="53126" cy="5312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66318" y="2085661"/>
            <a:ext cx="54676" cy="5467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81307" y="1182953"/>
            <a:ext cx="72863" cy="728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09146" y="710563"/>
            <a:ext cx="75683" cy="7568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49634" y="1392392"/>
            <a:ext cx="85996" cy="859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202573" y="2214980"/>
            <a:ext cx="71798" cy="717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54161" y="2164865"/>
            <a:ext cx="55949" cy="5594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804200" y="1965949"/>
            <a:ext cx="61309" cy="613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8952489" y="2342131"/>
            <a:ext cx="55874" cy="5587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685227" y="2279952"/>
            <a:ext cx="62504" cy="625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659016" y="765951"/>
            <a:ext cx="49196" cy="49196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Pudding, "She Giggles, He Gallops" (2017): across ~2,000 film screenplays, the stage-direction verbs split by gender, women snuggle and giggle, men gallop and stride, and the interactive makes it impossible to unsee.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~2,000 screenplays skewed toward what got produced and digitized: is that "film," or a slice? Whose choice is a gendered verb, the writer's, the character's, the genre's? Counting shows the split, not the cause. And read the visualization's choices, not just the data.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Culture is already data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Spotify counts your listening; the For You feed is a model reading culture at scale; you are on the receiving end every day.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ten weeks you run the same kind of reading yourself, on culture you choose.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corpus: every NYT wedding announcement 1985-2014 (~500 rows): who married whom, and whether the bride kept her name.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deliverable, shown now: a published web essay on top of a notebook anyone can run.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words, used all term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Corpus: the pile you study. 500 announcements, 2,000 screenplays, 10,000 album covers.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counting or weighting you run on the corpus.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any simplification that turns culture into numbers. A word count is already one.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Embedding: a few hundred numbers that place an item on a map of meaning. Week 5.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Drive ritual (every week, no exceptions)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 wipes its machine when you idle. Your mounted Drive folder is what survives.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notebook to Drive, mount Drive, save everything to the one project folder.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Week-4 corpus has to be alive in Week 5. This ritual is how.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key goes in Colab Secrets. Never pasted into code.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code errors (it will, today, on purpose)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LAST line of the traceback first. It names the problem.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 to the AI: "this errored, fix it and tell me what went wrong."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twice. Then ask a human. That order.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cheat sheet out. Nobody memorizes error messages; everybody reads them.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three shapes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what share of brides kept their name, year by year. One groupby, one chart.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Words: the top words of a lyric are "the, and, you" until you remove stop-words. That removal is your first modeling choice.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Pixels: rank 200 Met thumbnails darkest to brightest from average luminance.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move three times, and a decision hiding in each.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Counting: rows, words, pixels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room: the social rules, demonstrated by the instructor breaking one and being corrected. Today's live coding includes real mistakes on purpose.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This, then Question It: She Giggles, He Gallops.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0:17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 the vocabulary (no code): corpus, method, model, embedding, in plain language with pictures. The course map and the deliverable.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1 (worked, participatory): copy the notebook to Drive and mount Drive into the runtime (this is how your corpus and results survive Colab wiping the session, everything saving to one project folder), put a Gemini key in Colab Secrets, load NYT wedding data, make a first chart. Hand out the common-errors cheat sheet. Then solo with a partner: draft three questions, pick one, have the AI write the code, run it, chart it. Write one sentence predicting your cell before you run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2 (worked), count words, then pixels: first the top words of a small lyrics slice (stop-words drown the list until you remove them, your first counting choice), then an image corpus, ~200 Met thumbnails ranked darkest to brightest by average brightness. Text and pictures, counted with the same move; image projects start here.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Teaser of the ladder ahead; the standing rituals named. First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 et al., the cognitive-distortions hockey stick (PNAS 2021), with the Schmidt et al. critique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Robin Sloan, Writing with the machine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from your life answerable with text or image data; three sentences.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it: one written sentence predicting what your cell does before you run it. (Competency 1.)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work critically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great and its choices are arguable. We admire and interrogate at once, the habit the whole course turns on.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investigation by the first break, before any theory.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is numbers: you counted pixels on day one, and images ride along as a co-equal corpus all ten weeks.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it: one written sentence predicting what your cell does before you run it. (Competency 1.)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06176" y="4841304"/>
            <a:ext cx="70992" cy="70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333730" y="5139734"/>
            <a:ext cx="51926" cy="5192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655357" y="4517202"/>
            <a:ext cx="66260" cy="6626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037857" y="5434969"/>
            <a:ext cx="81992" cy="819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987711" y="5142214"/>
            <a:ext cx="67117" cy="671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71718" y="6100197"/>
            <a:ext cx="99359" cy="993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96359" y="5558099"/>
            <a:ext cx="91849" cy="9184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28433" y="5977179"/>
            <a:ext cx="67449" cy="6744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4740" y="4606617"/>
            <a:ext cx="49018" cy="4901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61440" y="5645034"/>
            <a:ext cx="59416" cy="5941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135654" y="4604249"/>
            <a:ext cx="66639" cy="6663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324181" y="5682882"/>
            <a:ext cx="93546" cy="9354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3182" y="6130114"/>
            <a:ext cx="53271" cy="5327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909776" y="4932484"/>
            <a:ext cx="78401" cy="7840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2026-07-05T04:09:39Z</dcterms:created>
  <dcterms:modified xsi:type="dcterms:W3CDTF">2026-07-05T04:09:39Z</dcterms:modified>
</cp:coreProperties>
</file>