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18 paintings, seven columns.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18 paintings, counted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Eighteen real paintings, public domain, snapshotted in the repo</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the 18 paintings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2026-07-11T18:14:38Z</dcterms:created>
  <dcterms:modified xsi:type="dcterms:W3CDTF">2026-07-11T18:14:38Z</dcterms:modified>
</cp:coreProperties>
</file>