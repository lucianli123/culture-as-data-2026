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break you'll have loaded a real dataset, asked it a question, and produced your first chart. By the end you'll have counted culture in all three shapes it comes in: rows, words, and pixels.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Counting, met on day one: rows, words, pixels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"She Giggles, He Gallops" (2017): across ~2,000 film screenplays, the stage-direction verbs split by gender, women snuggle and giggle, men gallop and stride, and the interactive makes it impossible to unsee.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~2,000 screenplays skewed toward what got produced and digitized: is that "film," or a slice? Whose choice is a gendered verb, the writer's, the character's, the genre's? Counting shows the split, not the cause. And read the visualization's choices, not just the data.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is already data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counts your listening; the For You feed is a model reading culture at scale; you are on the receiving end every day.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ten weeks you run the same kind of reading yourself, on culture you choose.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corpus: every NYT wedding announcement 1985-2014 (~500 rows): who married whom, and whether the bride kept her name.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deliverable, shown now: a published web essay on top of a notebook anyone can run.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words, used all term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the pile you study. 500 announcements, 2,000 screenplays, 10,000 album covers.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counting or weighting you run on the corpus.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any simplification that turns culture into numbers. A word count is already one.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Embedding: a few hundred numbers that place an item on a map of meaning. Week 5.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Drive ritual (every week, no exceptions)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wipes its machine when you idle. Your mounted Drive folder is what survives.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notebook to Drive, mount Drive, save everything to the one project folder.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Week-4 corpus has to be alive in Week 5. This ritual is how.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key goes in Colab Secrets. Never pasted into code.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code errors (it will, today, on purpose)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 of the traceback first. It names the problem.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to the AI: "this errored, fix it and tell me what went wrong."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twice. Then ask a human. That order.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cheat sheet out. Nobody memorizes error messages; everybody reads them.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three shapes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what share of brides kept their name, year by year. One groupby, one chart.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the top words of a lyric are "the, and, you" until you remove stop-words. That removal is your first modeling choice.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Pixels: rank 200 Met thumbnails darkest to brightest from average luminance.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move three times, and a decision hiding in each.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Counting, met on day one: rows, words, pixels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room: the social rules, demonstrated by the instructor breaking one and being corrected. Today's live coding includes real mistakes on purpose.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She Giggles, He Gallops.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(worked), count words, then pixels: first the top words of a small lyrics slice (stop-words drown the list until you remove them, your first counting choice), then an image corpus, ~200 Met thumbnails ranked darkest to brightest by average brightness. Text and pictures, counted with the same move; image projects start here.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of the ladder ahead; the standing rituals named.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great and its choices are arguable. We admire and interrogate at once, the habit the whole course turns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is numbers: you counted pixels on day one, and images ride along as a co-equal corpus all ten weeks.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2026-07-05T03:41:54Z</dcterms:created>
  <dcterms:modified xsi:type="dcterms:W3CDTF">2026-07-05T03:41:54Z</dcterms:modified>
</cp:coreProperties>
</file>