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18 paintings, seven columns.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scrambling shows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painting and its shuffled pixels share the brightness, the average color, and the palette. Composition is to images what order and negation are to sentences.</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18 paintings, counted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Eighteen real paintings, public domain, snapshotted in the repo</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and watch the stop list matter.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the 18 paintings rank darkest to brightest in a grid, and the corpus palette is a bar chart of defined color ranges. A painting beside its scrambled pixels shows what the bag cannot hold.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2026-07-08T05:44:53Z</dcterms:created>
  <dcterms:modified xsi:type="dcterms:W3CDTF">2026-07-08T05:44:53Z</dcterms:modified>
</cp:coreProperties>
</file>