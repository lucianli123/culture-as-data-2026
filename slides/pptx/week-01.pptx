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Introductions and working agreements, demonstrated in practice.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in plain language with pictures.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First the top words of a small lyrics sample (stop-words dominate the list until you remove them, the first counting decision), then an image corpus: ~200 Met thumbnails ranked darkest to brightest by average brightness. Text and images, counted with the same technique;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One question from your life answerable with text or image data; three sentences.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2026-07-06T05:18:25Z</dcterms:created>
  <dcterms:modified xsi:type="dcterms:W3CDTF">2026-07-06T05:18:25Z</dcterms:modified>
</cp:coreProperties>
</file>