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rows in a table, words in a headline, numbers in a pixel.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is the plainest container: one row per observation, one column per recorded fact, a first line naming the columns. Ours has four columns and 7,835 rows, and opens in anything.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Johanna Drucker's correction: data ("the given") is the wrong word; capta ("the taken") is honest. Nothing is simply given - someone chose what to record.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four columns are those choices. There is a name status for the bride and none for the groom; ages but no occupations; no field a same-sex couple could use for most of the period.</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Discussion, in pairs: what did the makers of this table take, and what did they leave? That question is the course, asked of every corpus from now on - and it has a whole literature, on the next slide.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four columns of a wedding table.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after-class half: defining a color, and what every bag loses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painting and its shuffled pixels share the brightness, the average color, and the palette. Composition is to images what order and negation are to sentences.</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(rows are observations, columns are recorded facts), and Drucker's correction: data is capta, taken not given. Two minutes in pairs: what did the makers of the wedding table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Shakespeare's 154 sonnets: thy and thou top the count until the stop list learns the corpus, then love, beauty, and time surface. Then the Met image corpus ranked darkest to brightest by average brightness. The notebook's after-class half, defined color ranges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2026-07-08T04:58:47Z</dcterms:created>
  <dcterms:modified xsi:type="dcterms:W3CDTF">2026-07-08T04:58:47Z</dcterms:modified>
</cp:coreProperties>
</file>