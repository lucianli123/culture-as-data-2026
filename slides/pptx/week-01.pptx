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one row per painting, one column per fact the Met records.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paintings, downloaded live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Real CC0 paintings from the Met's open-access collection, downloaded live in the notebook</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 The notebook downloads its own set live.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gendered language in 14 million teaching reviews,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three ways, one bar chart per stop list, and watch the answer change; then count word pairs, the first n-grams (She Giggles is a bigram count).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a dozen paintings download live from the Met API and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2026-07-12T19:26:09Z</dcterms:created>
  <dcterms:modified xsi:type="dcterms:W3CDTF">2026-07-12T19:26:09Z</dcterms:modified>
</cp:coreProperties>
</file>