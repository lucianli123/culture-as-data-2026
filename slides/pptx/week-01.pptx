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rows in a table, words in a headline, numbers in a pixel.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is the plainest container: one row per observation, one column per recorded fact, a first line naming the columns. Ours has four columns and 7,835 rows, and opens in anything.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Johanna Drucker's correction: data ("the given") is the wrong word; capta ("the taken") is honest. Nothing is simply given - someone chose what to record.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four columns are those choices. There is a name status for the bride and none for the groom; ages but no occupations; no field a same-sex couple could use for most of the period.</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Discussion, in pairs: what did the makers of this table take, and what did they leave? That question is the course, asked of every corpus from now on.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after-class half: defining a color, and what every bag loses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 Order, negation, and who-did-what are the casualties.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painting and its shuffled pixels share the brightness, the average color, and the palette. Composition is to images what word order is to sentences.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what share of brides kept their name, year by year. One groupby, one chart.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a lyric are "the, and, you" until you remove stop-words. That removal is your first modeling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rank 200 Met thumbnails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same technique three times, each containing a decision.</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(rows are observations, columns are recorded facts), and Drucker's correction: data is capta, taken not given. Two minutes in pairs: what did the makers of the wedding table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into the runtime (this is how your corpus and results survive Colab wiping the session, everything saving to one project folder), put a Gemini key in Colab Secrets, load NYT wedding data, make a first chart. Hand out the common-errors cheat sheet. Then solo with a partner: draft three questions, pick one, have the AI write the code, run it, chart it. Write one sentence predicting your cell before you run it.</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words, then pixels. The real headlines' top words (stop-words dominate until removed, the first counting decision), then the Met image corpus ranked darkest to brightest by average brightness. The notebook's after-class half, defined color ranges and what every bag throws away,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2026-07-08T04:52:48Z</dcterms:created>
  <dcterms:modified xsi:type="dcterms:W3CDTF">2026-07-08T04:52:48Z</dcterms:modified>
</cp:coreProperties>
</file>