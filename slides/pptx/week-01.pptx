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mid-session break you will have loaded a real dataset, asked a question of it, and produced a chart. By the end you will have counted culture in three forms: rows, words, and pixels.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Counting: rows, words, pixels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stride. The interactive presentation makes the pattern unmistakable.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2,000 screenplays skew toward what was produced and digitized: is that "film," or a sample of it? Whose choice is a gendered verb: the writer's, the character's, or the genre's? Counting shows the split, not the cause. The visualization's own choices deserve the same scrutiny as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is already data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counts your listening; the For You feed is a model reading culture at scale; you are on the receiving end every day.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ten weeks you run the same kind of reading yourself, on culture you choose.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corpus: 5,562 NYT wedding announcements, 1985-2014: whether the bride kept her name, and the couple's ages.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deliverable, shown now: a published web essay on top of a notebook anyone can run.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words, used all term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the pile you study. 500 announcements, 2,000 screenplays, 10,000 album covers.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counting or weighting you run on the corpus.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any simplification that turns culture into numbers. A word count is already one.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Embedding: a few hundred numbers that place an item on a map of meaning. Week 5.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Drive routine (every week, without exception)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wipes its machine when you idle. Your mounted Drive folder is what survives.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notebook to Drive, mount Drive, save everything to the one project folder.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Week-4 corpus has to be alive in Week 5. This ritual is how.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key goes in Colab Secrets. Never pasted into code.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code fails (it will, today, deliberately)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 of the traceback first. It names the problem.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to the AI: "this errored, fix it and tell me what went wrong."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twice, then ask a human. In that order.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cheat sheet at hand. No one memorizes error messages; everyone reads them.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three shapes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what share of brides kept their name, year by year. One groupby, one chart.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the top words of a lyric are "the, and, you" until you remove stop-words. That removal is your first modeling choice.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Pixels: rank 200 Met thumbnails darkest to brightest from average luminance.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technique three times, each containing a decision.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Counting: rows, words, pixels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and working agreements, demonstrated in practice. Today's live coding deliberately includes real mistakes.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(worked): count words, then pixels. First the top words of a small lyrics sample (stop-words dominate the list until you remove them, the first counting decision), then an image corpus: ~200 Met thumbnails ranked darkest to brightest by average brightness. Text and images, counted with the same technique; image projects begin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of the methods ahead; the weekly routines introduced.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Moretti, Conjectures on World Literature (NLR 2000), the founding argument for reading culture at scale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excellent and its choices are debatable. Admiring and questioning at once is the habit the course is built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continue as a co-equal corpus through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2026-07-06T04:00:07Z</dcterms:created>
  <dcterms:modified xsi:type="dcterms:W3CDTF">2026-07-06T04:00:07Z</dcterms:modified>
</cp:coreProperties>
</file>