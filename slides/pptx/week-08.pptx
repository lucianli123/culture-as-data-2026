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as Time Capsules + Settle the Finding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models that live entirely inside one historical period, learn what a famous model has secretly memorized, kill your own finding to see what survives, and leave with a prose draft.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What a trained model is: a compression of its corpus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452210" y="1192947"/>
            <a:ext cx="45775" cy="4577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135082" y="1752786"/>
            <a:ext cx="51727" cy="517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83004" y="1246882"/>
            <a:ext cx="86509" cy="8650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95776" y="2136497"/>
            <a:ext cx="63252" cy="632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859598" y="1670811"/>
            <a:ext cx="59680" cy="596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4270" y="2311082"/>
            <a:ext cx="98652" cy="9865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39592" y="1306493"/>
            <a:ext cx="93302" cy="9330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98564" y="1118301"/>
            <a:ext cx="66489" cy="664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250986" y="733048"/>
            <a:ext cx="95937" cy="9593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83058" y="874633"/>
            <a:ext cx="94778" cy="9477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94580" y="2266956"/>
            <a:ext cx="85871" cy="8587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85352" y="2159198"/>
            <a:ext cx="92078" cy="92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455174" y="1275258"/>
            <a:ext cx="81394" cy="813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3445" y="2076396"/>
            <a:ext cx="76679" cy="766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433567" y="1811793"/>
            <a:ext cx="45928" cy="45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41739" y="1205348"/>
            <a:ext cx="66867" cy="66867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TimeCapsuleLLM, a small GPT trained from scratch on nothing but 1800s London publications, and "Speak, Memory" (Bamman's lab), which probes which books GPT-4 has effectively memorized.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model speaks only for the period's published, surviving, digitized voices. And memorization isn't reading: models score higher on memorized books, so an LLM that seems to read your corpus may be partly reciting it, a validity problem, not just an ethics one.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trained model is: a compression of its corpus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TimeCapsuleLLM and "Speak, Memory," screenshots ready. (These period models, and supplements like MonadGPT and MacBERTh, live on Hugging Face, where you can download and run open models, or fine-tune your own.)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it, then keep what survives, one continuous arc on your own results: shuffle the labels and re-run; split the corpus in half; ask "compared to what?". Then compress whatever survived into one headline sentence.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writing block: write your one-sentence interpretation yourself.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workshop: opening question, what you found, what it does not show, the choices you made. Distill the Data Biography into the corpus note.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and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required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 and Speak, Memory; period models MonadGPT and MacBERTh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600 to 1,000 words; write your show-your-work appendix and which checks survived.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headline finding, and what it does not show. (Competencies 3, 4.)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at full scale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is its corpus: bound the corpus and you bound the mind.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recite your corpus rather than read it, a validity problem, not just ethics.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Kill it, then keep it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2 trial move, now turned on your own finding.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headline finding, and what it does not show. (Competencies 3, 4.)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473555" y="5054087"/>
            <a:ext cx="78741" cy="787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755671" y="5241251"/>
            <a:ext cx="78006" cy="780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383141" y="6003513"/>
            <a:ext cx="66475" cy="664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862443" y="4590054"/>
            <a:ext cx="67009" cy="670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700059" y="5199492"/>
            <a:ext cx="47604" cy="476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23109" y="5081010"/>
            <a:ext cx="85984" cy="8598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277751" y="4958505"/>
            <a:ext cx="95281" cy="952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591107" y="5555879"/>
            <a:ext cx="98355" cy="983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69657" y="5859671"/>
            <a:ext cx="63202" cy="6320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80199" y="4856422"/>
            <a:ext cx="67546" cy="6754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68896" y="5007391"/>
            <a:ext cx="79383" cy="7938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62865" y="5299118"/>
            <a:ext cx="66710" cy="6671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428908" y="4718144"/>
            <a:ext cx="52385" cy="5238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213184" y="5725728"/>
            <a:ext cx="59269" cy="5926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2026-06-29T04:30:12Z</dcterms:created>
  <dcterms:modified xsi:type="dcterms:W3CDTF">2026-06-29T04:30:12Z</dcterms:modified>
</cp:coreProperties>
</file>