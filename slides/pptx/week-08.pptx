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8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Models as Time Capsules + Settle the Finding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 models that live entirely inside one historical period, learn what a famous model has secretly memorized, stress-test your own finding to see what survives, and leave with a prose draft.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What a trained model is: a compression of its corpus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452210" y="1192947"/>
            <a:ext cx="45775" cy="4577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135082" y="1752786"/>
            <a:ext cx="51727" cy="5172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583004" y="1246882"/>
            <a:ext cx="86509" cy="8650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9195776" y="2136497"/>
            <a:ext cx="63252" cy="6325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9859598" y="1670811"/>
            <a:ext cx="59680" cy="5968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74270" y="2311082"/>
            <a:ext cx="98652" cy="9865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939592" y="1306493"/>
            <a:ext cx="93302" cy="9330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898564" y="1118301"/>
            <a:ext cx="66489" cy="6648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250986" y="733048"/>
            <a:ext cx="95937" cy="9593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883058" y="874633"/>
            <a:ext cx="94778" cy="9477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1194580" y="2266956"/>
            <a:ext cx="85871" cy="8587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585352" y="2159198"/>
            <a:ext cx="92078" cy="9207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455174" y="1275258"/>
            <a:ext cx="81394" cy="8139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33445" y="2076396"/>
            <a:ext cx="76679" cy="7667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433567" y="1811793"/>
            <a:ext cx="45928" cy="4592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0341739" y="1205348"/>
            <a:ext cx="66867" cy="66867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TimeCapsuleLLM, a small GPT trained from scratch on nothing but 1800s London publications, and "Speak, Memory" (Bamman's lab), which probes which books GPT-4 has effectively memorized.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period model speaks only for the period's published, surviving, digitized voices. And memorization isn't reading: models score higher on memorized books, so an LLM that seems to read your corpus may be partly reciting it, a validity problem, not just an ethics one.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8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Stress-test the finding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Bollen's method, applied to your own finding: remove the slice that most concerns you and re-run.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pattern survives, report it with the check shown. If it does not, you have learned what the finding depended on.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bar: ONE robustness check, the one that most threatens your result.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expected X, the data doesn't show it, here's how I know" is a complete, publishable result.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8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Memorization isn't reading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Speak, Memory (Chang et al., 2023): name-cloze tests show GPT-4 has memorized many novels; it fills in "___ Bennet" without reading anything.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may be reciting your corpus rather than analyzing it: a validity problem, not only an ethics one.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TimeCapsuleLLM: train only on 1800s London text and the model speaks its era. A model is bounded by its corpus.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of every model you used: what was in its training data, and does that undercut MY claim?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8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show-your-work appendix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method choices, your moments of doubt, what you cut, what the AI got wrong.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where a reader could reasonably disagree with you, before they do.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honesty you demanded of published work all term, turned on yourself. (Data Feminism's practice, run quietly all course.)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trained model is: a compression of its corpus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This: TimeCapsuleLLM and "Speak, Memory," screenshots ready. (These period models, and supplements like MonadGPT and MacBERTh, live on Hugging Face, where you can download and run open models, or fine-tune your own.)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0:07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Stress-test the finding, one continuous arc on your own results: shuffle the labels and re-run; split the corpus in half; ask "compared to what?". Then compress whatever survived into one headline sentence.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Gemini-free writing block: write your one-sentence interpretation yourself.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1:22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workshop: opening question, what you found, what it does not show, the choices you made. Distill the Data Biography into the corpus note.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and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Ted Chiang, ChatGPT Is a Blurry JPEG of the Web (2023), the compression idea this week is built 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TimeCapsuleLLM and Speak, Memory; period models MonadGPT and MacBERTh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Da, The Computational Case Against Computational Literary Studies (2019), the field's sharpest critique, read against your own robustness checks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to 600 to 1,000 words; write your show-your-work appendix and which checks survived.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your headline finding, and what it does not show. (Competencies 3, 4.)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data, at full scale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is its corpus: bound the corpus and you bound the mind.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Memorization isn't reading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may recite your corpus rather than read it, a validity problem, not just ethics.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it, then keep what survives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 2 trial's method, now applied to your own finding.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your headline finding, and what it does not show. (Competencies 3, 4.)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8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473555" y="5054087"/>
            <a:ext cx="78741" cy="7874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9755671" y="5241251"/>
            <a:ext cx="78006" cy="7800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383141" y="6003513"/>
            <a:ext cx="66475" cy="6647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862443" y="4590054"/>
            <a:ext cx="67009" cy="6700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700059" y="5199492"/>
            <a:ext cx="47604" cy="476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523109" y="5081010"/>
            <a:ext cx="85984" cy="8598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9277751" y="4958505"/>
            <a:ext cx="95281" cy="9528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9591107" y="5555879"/>
            <a:ext cx="98355" cy="983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9969657" y="5859671"/>
            <a:ext cx="63202" cy="6320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1480199" y="4856422"/>
            <a:ext cx="67546" cy="6754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068896" y="5007391"/>
            <a:ext cx="79383" cy="7938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9362865" y="5299118"/>
            <a:ext cx="66710" cy="6671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0428908" y="4718144"/>
            <a:ext cx="52385" cy="5238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213184" y="5725728"/>
            <a:ext cx="59269" cy="59269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2026-07-08T04:24:04Z</dcterms:created>
  <dcterms:modified xsi:type="dcterms:W3CDTF">2026-07-08T04:24:04Z</dcterms:modified>
</cp:coreProperties>
</file>