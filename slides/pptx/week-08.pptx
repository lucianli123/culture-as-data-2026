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Wolfram, What Is ChatGPT Doing (opening sections), counting all the way down; 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(2019), rereread now that the robustness checks are yours: which of her objections does your own project survive?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2026-07-18T20:50:35Z</dcterms:created>
  <dcterms:modified xsi:type="dcterms:W3CDTF">2026-07-18T20:50:35Z</dcterms:modified>
</cp:coreProperties>
</file>