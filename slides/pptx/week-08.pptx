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ykgrigo3/TimeCapsuleLLM" TargetMode="External" /><Relationship Id="rId3" Type="http://schemas.openxmlformats.org/officeDocument/2006/relationships/hyperlink" Target="https://aclanthology.org/2023.emnlp-main.453/" TargetMode="External" /><Relationship Id="rId4" Type="http://schemas.openxmlformats.org/officeDocument/2006/relationships/hyperlink" Target="https://huggingface.co/Pclanglais/MonadGPT" TargetMode="External" /><Relationship Id="rId5" Type="http://schemas.openxmlformats.org/officeDocument/2006/relationships/hyperlink" Target="https://huggingface.co/emanjavacas/MacBERTh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8:</a:t>
            </a:r>
            <a:r>
              <a:rPr/>
              <a:t> </a:t>
            </a:r>
            <a:r>
              <a:rPr/>
              <a:t>Models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Time</a:t>
            </a:r>
            <a:r>
              <a:rPr/>
              <a:t> </a:t>
            </a:r>
            <a:r>
              <a:rPr/>
              <a:t>Capsules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Settle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Finding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r>
              <a:rPr/>
              <a:t>Culture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draft</a:t>
            </a:r>
            <a:r>
              <a:rPr/>
              <a:t> </a:t>
            </a:r>
            <a:r>
              <a:rPr/>
              <a:t>slides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8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Models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Time</a:t>
            </a:r>
            <a:r>
              <a:rPr/>
              <a:t> </a:t>
            </a:r>
            <a:r>
              <a:rPr/>
              <a:t>Capsules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Settle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Finding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1270000" indent="0">
              <a:buNone/>
            </a:pPr>
            <a:r>
              <a:rPr sz="2000"/>
              <a:t>Meet models that live entirely inside one historical period, learn what a famous model has secretly memorized, kill your own finding to see what survives, and leave with a prose draft.</a:t>
            </a:r>
          </a:p>
          <a:p>
            <a:pPr lvl="0" marL="0" indent="0">
              <a:buNone/>
            </a:pPr>
            <a:r>
              <a:rPr i="1"/>
              <a:t>Tool / method: What a trained model is: a compression of its corpus · Competencies: 3, 4, 5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Look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TimeCapsuleLLM, a small GPT trained from scratch on nothing but 1800s London publications, and “Speak, Memory” (Bamman’s lab), which probes which books GPT-4 has effectively memorized.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</a:t>
            </a:r>
            <a:r>
              <a:rPr/>
              <a:t> </a:t>
            </a:r>
            <a:r>
              <a:rPr/>
              <a:t>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 period model speaks only for the period’s published, surviving, digitized voices. And memorization isn’t reading: models score higher on memorized books, so an LLM that seems to read your corpus may be partly reciting it, a validity problem, not just an ethics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Three</a:t>
            </a:r>
            <a:r>
              <a:rPr/>
              <a:t> </a:t>
            </a:r>
            <a:r>
              <a:rPr/>
              <a:t>modes</a:t>
            </a:r>
            <a:r>
              <a:rPr/>
              <a:t> </a:t>
            </a:r>
            <a:r>
              <a:rPr/>
              <a:t>today</a:t>
            </a:r>
            <a:r>
              <a:rPr/>
              <a:t> </a:t>
            </a:r>
            <a:r>
              <a:rPr/>
              <a:t>(about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third</a:t>
            </a:r>
            <a:r>
              <a:rPr/>
              <a:t> </a:t>
            </a:r>
            <a:r>
              <a:rPr/>
              <a:t>each)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Lecture / demo:</a:t>
            </a:r>
            <a:r>
              <a:rPr/>
              <a:t> What a trained model is: a compression of its corpus</a:t>
            </a:r>
          </a:p>
          <a:p>
            <a:pPr lvl="1"/>
            <a:r>
              <a:rPr b="1"/>
              <a:t>Workshop:</a:t>
            </a:r>
            <a:r>
              <a:rPr/>
              <a:t> build hands-on on your own data</a:t>
            </a:r>
          </a:p>
          <a:p>
            <a:pPr lvl="1"/>
            <a:r>
              <a:rPr b="1"/>
              <a:t>Discussion:</a:t>
            </a:r>
            <a:r>
              <a:rPr/>
              <a:t> the study above, interrogate it, debate it, or critique each other’s work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0:00</a:t>
            </a:r>
            <a:r>
              <a:rPr/>
              <a:t> Warm-up + Look at This: TimeCapsuleLLM and “Speak, Memory,” screenshots ready. (These period models, and supplements like MonadGPT and MacBERTh, live on Hugging Face, where you can download and run open models, or fine-tune your own.)</a:t>
            </a:r>
          </a:p>
          <a:p>
            <a:pPr lvl="1"/>
            <a:r>
              <a:rPr b="1"/>
              <a:t>0:07</a:t>
            </a:r>
            <a:r>
              <a:rPr/>
              <a:t> Kill it, then keep what survives, one continuous arc on your own results: shuffle the labels and re-run; split the corpus in half; ask “compared to what?”. Then compress whatever survived into one headline sentence.</a:t>
            </a:r>
          </a:p>
          <a:p>
            <a:pPr lvl="1"/>
            <a:r>
              <a:rPr b="1"/>
              <a:t>0:52</a:t>
            </a:r>
            <a:r>
              <a:rPr/>
              <a:t> Break</a:t>
            </a:r>
          </a:p>
          <a:p>
            <a:pPr lvl="1"/>
            <a:r>
              <a:rPr b="1"/>
              <a:t>1:02</a:t>
            </a:r>
            <a:r>
              <a:rPr/>
              <a:t> Gemini-free writing block: write your one-sentence interpretation yourself.</a:t>
            </a:r>
          </a:p>
          <a:p>
            <a:pPr lvl="1"/>
            <a:r>
              <a:rPr b="1"/>
              <a:t>1:22</a:t>
            </a:r>
            <a:r>
              <a:rPr/>
              <a:t> Writing workshop: opening question, what you found, what it does not show, the choices you made. Distill the Data Biography into the corpus note.</a:t>
            </a:r>
          </a:p>
          <a:p>
            <a:pPr lvl="1"/>
            <a:r>
              <a:rPr b="1"/>
              <a:t>1:50</a:t>
            </a:r>
            <a:r>
              <a:rPr/>
              <a:t> Check and check-out.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Reading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Reading:</a:t>
            </a:r>
            <a:r>
              <a:rPr/>
              <a:t> None required</a:t>
            </a:r>
          </a:p>
          <a:p>
            <a:pPr lvl="1"/>
            <a:r>
              <a:rPr b="1"/>
              <a:t>Supplement:</a:t>
            </a:r>
            <a:r>
              <a:rPr/>
              <a:t> </a:t>
            </a:r>
            <a:r>
              <a:rPr>
                <a:hlinkClick r:id="rId2"/>
              </a:rPr>
              <a:t>TimeCapsuleLLM</a:t>
            </a:r>
            <a:r>
              <a:rPr/>
              <a:t> and </a:t>
            </a:r>
            <a:r>
              <a:rPr>
                <a:hlinkClick r:id="rId3"/>
              </a:rPr>
              <a:t>Speak, Memory</a:t>
            </a:r>
            <a:r>
              <a:rPr/>
              <a:t>; period models </a:t>
            </a:r>
            <a:r>
              <a:rPr>
                <a:hlinkClick r:id="rId4"/>
              </a:rPr>
              <a:t>MonadGPT</a:t>
            </a:r>
            <a:r>
              <a:rPr/>
              <a:t> and </a:t>
            </a:r>
            <a:r>
              <a:rPr>
                <a:hlinkClick r:id="rId5"/>
              </a:rPr>
              <a:t>MacBERTh</a:t>
            </a:r>
          </a:p>
          <a:p>
            <a:pPr lvl="1"/>
            <a:r>
              <a:rPr b="1"/>
              <a:t>Sketch:</a:t>
            </a:r>
            <a:r>
              <a:rPr/>
              <a:t> Expand to 600 to 1,000 words; write your show-your-work appendix and which robustness checks survived.</a:t>
            </a:r>
          </a:p>
          <a:p>
            <a:pPr lvl="1"/>
            <a:r>
              <a:rPr b="1"/>
              <a:t>Check (AI closed):</a:t>
            </a:r>
            <a:r>
              <a:rPr/>
              <a:t> Explain it: your headline finding, and what it does not show. (Competencies 3, 4.)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8: Models as Time Capsules + Settle the Finding</dc:title>
  <dc:creator/>
  <cp:keywords/>
  <dcterms:created xsi:type="dcterms:W3CDTF">2026-06-29T04:14:03Z</dcterms:created>
  <dcterms:modified xsi:type="dcterms:W3CDTF">2026-06-29T04:14:03Z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revealjs</vt:lpwstr>
  </property>
  <property fmtid="{D5CDD505-2E9C-101B-9397-08002B2CF9AE}" pid="3" name="subtitle">
    <vt:lpwstr>Culture as Data · draft slides</vt:lpwstr>
  </property>
</Properties>
</file>