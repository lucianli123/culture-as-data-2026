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kill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 it, then keep 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 move, turned on your own finding: remove the slice that worries you most and re-run.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Survives? Say so, with the check shown. Dies? You just learned what your finding was made 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bar: ONE robustness check, the one that most threatens your result.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expected X, the data doesn't show it, here's how I know" is a complete, publishable result.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Memory (Chang et al., 2023): name-cloze tests show GPT-4 has memorized many novels; it fills in "___ Bennet" without reading anything.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be reciting your corpus rather than analyzing it: a validity problem, not only an ethics one.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TimeCapsuleLLM: train only on 1800s London text and the model speaks its era. A corpus bounds a mind.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model you used: what was in its training data, and does that undercut MY claim?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show-your-work appendix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method choices, your moments of doubt, what you cut, what the AI got wrong.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where a reader could reasonably disagree with you, before they do.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you demanded of published work all term, turned on yourself. (Data Feminism's practice, run quietly all course.)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it, then keep what survives,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required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 it, then keep it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 move, now turned on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2026-07-05T04:09:40Z</dcterms:created>
  <dcterms:modified xsi:type="dcterms:W3CDTF">2026-07-05T04:09:40Z</dcterms:modified>
</cp:coreProperties>
</file>