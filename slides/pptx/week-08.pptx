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Chiang, ChatGPT Is a Blurry JPEG of the Web (2023), the compression idea this week is built 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Da, The Computational Case Against Computational Literary Studies (2019), the field's sharpest critique, read against your own robustness checks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