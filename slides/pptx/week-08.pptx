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 move, turned on your own finding: remove the slice that worries you most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Survives? Say so, with the check shown. Dies? You just learned what your finding was made 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corpus bounds a mind.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THE MATERIAL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 move, now turned on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2026-07-05T03:41:57Z</dcterms:created>
  <dcterms:modified xsi:type="dcterms:W3CDTF">2026-07-05T03:41:57Z</dcterms:modified>
</cp:coreProperties>
</file>