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Classification: Counting with Weights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a machine a bias in ten minutes, build a classifier and read the weights it learned, and preview the full menu of methods before next week's commitment.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Classification. Train a reader and read what it learned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1163829" y="1812694"/>
            <a:ext cx="91155" cy="9115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739684" y="1655335"/>
            <a:ext cx="67855" cy="678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18790" y="2121334"/>
            <a:ext cx="53573" cy="5357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0945" y="2197232"/>
            <a:ext cx="71167" cy="7116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429150" y="869568"/>
            <a:ext cx="88634" cy="8863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046406" y="2336963"/>
            <a:ext cx="73971" cy="7397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511" y="2111235"/>
            <a:ext cx="50036" cy="50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90466" y="916287"/>
            <a:ext cx="94555" cy="945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116871" y="1213376"/>
            <a:ext cx="65794" cy="6579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61127" y="1989044"/>
            <a:ext cx="96343" cy="9634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379832" y="2229830"/>
            <a:ext cx="99332" cy="9933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59187" y="922274"/>
            <a:ext cx="97623" cy="9762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312593" y="2264997"/>
            <a:ext cx="59210" cy="5921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269448" y="1769818"/>
            <a:ext cx="61818" cy="6181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829553" y="1897998"/>
            <a:ext cx="73444" cy="7344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392708" y="1636076"/>
            <a:ext cx="62082" cy="62082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Underwood's genre prediction (Distant Horizons, 2019): a logistic regression, the exact tool of today's lab, trained to recognize detective fiction and science fiction across a century of novels.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science fiction is a choice built into the training labels. And the model's most famous error, misreading Pynchon's The Crying of Lot 49, a detective-fiction spoof, shows genre boundaries are real but fuzzy. A classifier's mistakes teach as much as its successes; yours will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Underwood's classifier,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logistic regression, the exact tool of today's lab, trained on a century of novels to recognize detective fiction and science fiction.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most famous error is the lesson: it misreads Pynchon's The Crying of Lot 49, a novel critics call a detective-fiction spoof.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boundaries are real but fuzzy, and the classifier's mistake is what shows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classifier, including yours: where does it fail, and what does the failure teach?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classifier is counting with weights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word casts a vote, for or against. The model adds the votes.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means learning the weights from labeled examples.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signed weights: the most positive and most negative words are the model's mind on the table.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filters have worked exactly this way for twenty years.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set is the lesson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live: a cat/dog model trained only on orange cats and brown dogs.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room predicts what a black cat will do. Then watches it happen.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is not a ghost in the machine. It is the training set, and you assembled it.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connection to remember: today's classifier is one neuron; stack many and you have Week 7's model.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methods menu (before you commit)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and keyness: differences and trends. Classification: sort and label at scale. Embeddings (W5): a map of meaning. Annotation (W7): the AI reads for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add-ons where they fit: character networks, sentiment arcs, CLIP image search, a fine-tuned ModernBERT.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corpus-existence rule: bring a screenshot of 50 loadable rows of your data to Week 4. No proof, no pitch.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Classification. Train a reader and read what it learned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Underwood's genre prediction.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706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706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523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Teachable Machine, instructor demo: a two-class image model trained live, then the reveal that it learned from only orange cats and brown dogs. The room predicts what a black cat will do, then sees it.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5684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684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5501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with weights, the lab: each word casts a weighted vote; a logistic regression adds them up. Train it on a pop corpus, then read the signed coefficients: the model's reasoning, laid out in full.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0662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0662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0480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demonstration: the words that most predict "breakup song" or "this reviewer hated it."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6412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6412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54584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One-line bridge: that classifier is a neuron; stack many for a neural net, which is what's inside the Week 7 model. A quick TensorFlow Playground glance.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406196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06196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04368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55980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5980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54152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menu preview, so Week 4's choice is informed: counting, classification, embeddings (Week 5), and optional approaches (character networks for fiction; sentiment arcs for story projects, Jockers's Syuzhet reproducible in Python, whose own smoothing controversy is the built-in lesson to doubt the shape; CLIP image search for visual projects; and, for the technically comfortable, fine-tuning a small open model, ModernBERT, on your own labels).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05764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05764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503936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prep: what makes a tractable question, and the corpus-existence rule.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555488"/>
            <a:ext cx="868680" cy="388112"/>
          </a:xfrm>
          <a:prstGeom prst="roundRect">
            <a:avLst>
              <a:gd name="adj" fmla="val 1413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555488"/>
            <a:ext cx="868680" cy="388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537200"/>
            <a:ext cx="9646920" cy="4978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Mullen, America's Public Bible (intro + a verse)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 on GPT-4 and fictional time; Juola's Rowling unmasking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Underwood, The Life Cycles of Genres (2016), the full paper behind today's featured study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quick logistic regression on a labeled set; screenshot its five most positive and negative words.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read your classifier's top weights aloud, and name one input where it would fail and why. (Competencies 4,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reader you can see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transparent classifier: read its signed weights and see exactly what it learned. Week 7 introduces the opaque counterpart.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Bias comes from the training set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Teachable Machine demonstration: a machine learns the prejudice of the data it is given.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choice is a choice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label, and which words you hand it, decide what it learns.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read your classifier's top weights aloud, and name one input where it would fail and why. (Competencies 4,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585519" y="5894876"/>
            <a:ext cx="88881" cy="888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802810" y="5665127"/>
            <a:ext cx="90728" cy="907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863295" y="5190056"/>
            <a:ext cx="74159" cy="7415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273453" y="5193564"/>
            <a:ext cx="62036" cy="6203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539765" y="4662190"/>
            <a:ext cx="77217" cy="7721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89350" y="6057195"/>
            <a:ext cx="87700" cy="8770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368" y="4890398"/>
            <a:ext cx="61479" cy="6147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43620" y="5360419"/>
            <a:ext cx="76279" cy="762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381905" y="4716438"/>
            <a:ext cx="100097" cy="100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89703" y="5419716"/>
            <a:ext cx="46063" cy="460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133814" y="4719432"/>
            <a:ext cx="46767" cy="467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81039" y="5076847"/>
            <a:ext cx="70203" cy="7020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37858" y="5478499"/>
            <a:ext cx="84369" cy="8436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710749" y="4910930"/>
            <a:ext cx="57259" cy="5725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2026-07-11T17:38:12Z</dcterms:created>
  <dcterms:modified xsi:type="dcterms:W3CDTF">2026-07-11T17:38:12Z</dcterms:modified>
</cp:coreProperties>
</file>