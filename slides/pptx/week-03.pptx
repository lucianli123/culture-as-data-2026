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weights, its mind on the table. Week 7 brings the opaque one.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the bias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reveal, a training set teaches a machine its prejudice.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2026-07-05T03:25:17Z</dcterms:created>
  <dcterms:modified xsi:type="dcterms:W3CDTF">2026-07-05T03:25:17Z</dcterms:modified>
</cp:coreProperties>
</file>