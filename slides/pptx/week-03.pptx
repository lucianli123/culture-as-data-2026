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its mind, and preview the full methods menu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particulars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 Nothing more mystical than that.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taught it that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to carry out: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coefficients, its mind on the table.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beat: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weights, its mind on the table. Week 7 brings the opaque one.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taught it the bias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reveal, a training set teaches a machine its prejudice.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2026-07-05T03:41:57Z</dcterms:created>
  <dcterms:modified xsi:type="dcterms:W3CDTF">2026-07-05T03:41:57Z</dcterms:modified>
</cp:coreProperties>
</file>