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live on a hard pair, r/sandiego against r/SanDiegan, one city, two communities, then read the signed coefficients: the model's reasoning, laid out in full. Accuracy sits near 60 percent, and the words earning it are the discussion.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2026-07-12T19:54:36Z</dcterms:created>
  <dcterms:modified xsi:type="dcterms:W3CDTF">2026-07-12T19:54:36Z</dcterms:modified>
</cp:coreProperties>
</file>