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its mind, and preview the full methods menu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Lincoln Mullen, America's Public Bible (2023), a classifier that finds biblical quotations across millions of newspaper pages.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quotation, a four-word echo, a loose paraphrase?, is a definition the scholar chose, and it shapes every result. The model reads the same messy digitized text your own project will.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Mullen's America's Public Bible.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coefficients, its mind on the table.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weights, its mind on the table. Week 7 brings the opaque one.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the bias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reveal, a training set teaches a machine its prejudice.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