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Robinson, Trump's tweets: the Android/iPhone split (2016), distinctive words unmasking who typed;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2026-07-18T20:01:56Z</dcterms:created>
  <dcterms:modified xsi:type="dcterms:W3CDTF">2026-07-18T20:01:56Z</dcterms:modified>
</cp:coreProperties>
</file>